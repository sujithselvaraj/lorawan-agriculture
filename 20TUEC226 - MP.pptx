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80" r:id="rId7"/>
    <p:sldId id="296" r:id="rId8"/>
    <p:sldId id="261" r:id="rId9"/>
    <p:sldId id="262" r:id="rId10"/>
    <p:sldId id="257" r:id="rId11"/>
    <p:sldId id="263" r:id="rId12"/>
    <p:sldId id="271" r:id="rId13"/>
    <p:sldId id="260" r:id="rId14"/>
    <p:sldId id="278" r:id="rId15"/>
  </p:sldIdLst>
  <p:sldSz cx="9144000" cy="5143500"/>
  <p:notesSz cx="6858000" cy="9144000"/>
  <p:embeddedFontLst>
    <p:embeddedFont>
      <p:font typeface="Amatic SC" panose="00000500000000000000"/>
      <p:regular r:id="rId19"/>
    </p:embeddedFont>
    <p:embeddedFont>
      <p:font typeface="Nunito"/>
      <p:regular r:id="rId20"/>
    </p:embeddedFont>
    <p:embeddedFont>
      <p:font typeface="Nunito SemiBold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f391192_0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f391192_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391192_02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f391192_0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ed75ccf_0141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ed75ccf_01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391192_02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f391192_0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ed75ccf_01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ed75ccf_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f1c2d_3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f1c2d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f391192_017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f391192_0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33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ed75ccf_02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ed75ccf_0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bg>
      <p:bgPr>
        <a:solidFill>
          <a:schemeClr val="accen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82225" y="778096"/>
            <a:ext cx="7579546" cy="3864638"/>
          </a:xfrm>
          <a:custGeom>
            <a:avLst/>
            <a:gdLst/>
            <a:ahLst/>
            <a:cxnLst/>
            <a:rect l="l" t="t" r="r" b="b"/>
            <a:pathLst>
              <a:path w="3592202" h="1831582" extrusionOk="0">
                <a:moveTo>
                  <a:pt x="3554475" y="588873"/>
                </a:moveTo>
                <a:cubicBezTo>
                  <a:pt x="3581881" y="-89254"/>
                  <a:pt x="2593478" y="24995"/>
                  <a:pt x="2107652" y="528"/>
                </a:cubicBezTo>
                <a:cubicBezTo>
                  <a:pt x="1659207" y="-4515"/>
                  <a:pt x="1181252" y="27319"/>
                  <a:pt x="750347" y="64701"/>
                </a:cubicBezTo>
                <a:cubicBezTo>
                  <a:pt x="-8045" y="130474"/>
                  <a:pt x="40101" y="825724"/>
                  <a:pt x="6973" y="1349129"/>
                </a:cubicBezTo>
                <a:cubicBezTo>
                  <a:pt x="-5853" y="1475480"/>
                  <a:pt x="-13088" y="1628228"/>
                  <a:pt x="99056" y="1715663"/>
                </a:cubicBezTo>
                <a:cubicBezTo>
                  <a:pt x="135341" y="1744165"/>
                  <a:pt x="181120" y="1758789"/>
                  <a:pt x="226394" y="1766090"/>
                </a:cubicBezTo>
                <a:cubicBezTo>
                  <a:pt x="547610" y="1798407"/>
                  <a:pt x="870976" y="1810947"/>
                  <a:pt x="1193749" y="1821405"/>
                </a:cubicBezTo>
                <a:cubicBezTo>
                  <a:pt x="1869266" y="1838945"/>
                  <a:pt x="2634630" y="1839954"/>
                  <a:pt x="3306903" y="1773939"/>
                </a:cubicBezTo>
                <a:cubicBezTo>
                  <a:pt x="3542965" y="1713230"/>
                  <a:pt x="3574777" y="1531804"/>
                  <a:pt x="3589730" y="1335448"/>
                </a:cubicBezTo>
                <a:cubicBezTo>
                  <a:pt x="3601744" y="1168470"/>
                  <a:pt x="3566731" y="755807"/>
                  <a:pt x="3554475" y="5888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794256" y="560052"/>
            <a:ext cx="7399177" cy="3910731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7460343" y="542436"/>
            <a:ext cx="814257" cy="1022479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21968" y="821005"/>
            <a:ext cx="185720" cy="33582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947917" y="505266"/>
            <a:ext cx="831121" cy="96144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3868218" y="487291"/>
            <a:ext cx="278364" cy="43099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3549755" y="4514760"/>
            <a:ext cx="880619" cy="47277"/>
          </a:xfrm>
          <a:custGeom>
            <a:avLst/>
            <a:gdLst/>
            <a:ahLst/>
            <a:cxnLst/>
            <a:rect l="l" t="t" r="r" b="b"/>
            <a:pathLst>
              <a:path w="417355" h="22406" extrusionOk="0">
                <a:moveTo>
                  <a:pt x="409929" y="3189"/>
                </a:moveTo>
                <a:lnTo>
                  <a:pt x="209122" y="5951"/>
                </a:lnTo>
                <a:cubicBezTo>
                  <a:pt x="142580" y="6872"/>
                  <a:pt x="74658" y="11476"/>
                  <a:pt x="8775" y="119"/>
                </a:cubicBezTo>
                <a:cubicBezTo>
                  <a:pt x="-302" y="-1459"/>
                  <a:pt x="-3897" y="13142"/>
                  <a:pt x="5618" y="14787"/>
                </a:cubicBezTo>
                <a:cubicBezTo>
                  <a:pt x="71391" y="26122"/>
                  <a:pt x="139029" y="21715"/>
                  <a:pt x="205351" y="20794"/>
                </a:cubicBezTo>
                <a:lnTo>
                  <a:pt x="410521" y="17966"/>
                </a:lnTo>
                <a:cubicBezTo>
                  <a:pt x="419817" y="17747"/>
                  <a:pt x="419641" y="2969"/>
                  <a:pt x="409929" y="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3925109" y="4621068"/>
            <a:ext cx="285390" cy="35142"/>
          </a:xfrm>
          <a:custGeom>
            <a:avLst/>
            <a:gdLst/>
            <a:ahLst/>
            <a:cxnLst/>
            <a:rect l="l" t="t" r="r" b="b"/>
            <a:pathLst>
              <a:path w="135256" h="16655" extrusionOk="0">
                <a:moveTo>
                  <a:pt x="129610" y="810"/>
                </a:moveTo>
                <a:cubicBezTo>
                  <a:pt x="88677" y="-549"/>
                  <a:pt x="47766" y="-198"/>
                  <a:pt x="6832" y="1863"/>
                </a:cubicBezTo>
                <a:cubicBezTo>
                  <a:pt x="-2442" y="2345"/>
                  <a:pt x="-2310" y="17210"/>
                  <a:pt x="7446" y="16640"/>
                </a:cubicBezTo>
                <a:cubicBezTo>
                  <a:pt x="47130" y="14601"/>
                  <a:pt x="86835" y="14228"/>
                  <a:pt x="126562" y="15478"/>
                </a:cubicBezTo>
                <a:cubicBezTo>
                  <a:pt x="135507" y="15785"/>
                  <a:pt x="139191" y="1117"/>
                  <a:pt x="129610" y="81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1867900" y="1731475"/>
            <a:ext cx="5408100" cy="168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 rot="-871776">
            <a:off x="594544" y="662599"/>
            <a:ext cx="1234918" cy="1390637"/>
          </a:xfrm>
          <a:custGeom>
            <a:avLst/>
            <a:gdLst/>
            <a:ahLst/>
            <a:cxnLst/>
            <a:rect l="l" t="t" r="r" b="b"/>
            <a:pathLst>
              <a:path w="584559" h="658270" extrusionOk="0">
                <a:moveTo>
                  <a:pt x="400656" y="592594"/>
                </a:moveTo>
                <a:cubicBezTo>
                  <a:pt x="398705" y="592697"/>
                  <a:pt x="396842" y="593473"/>
                  <a:pt x="395395" y="594786"/>
                </a:cubicBezTo>
                <a:cubicBezTo>
                  <a:pt x="372790" y="614869"/>
                  <a:pt x="326968" y="608292"/>
                  <a:pt x="296493" y="605310"/>
                </a:cubicBezTo>
                <a:cubicBezTo>
                  <a:pt x="253302" y="602043"/>
                  <a:pt x="220963" y="596014"/>
                  <a:pt x="191671" y="585731"/>
                </a:cubicBezTo>
                <a:cubicBezTo>
                  <a:pt x="185292" y="583232"/>
                  <a:pt x="178517" y="589173"/>
                  <a:pt x="177552" y="595027"/>
                </a:cubicBezTo>
                <a:cubicBezTo>
                  <a:pt x="176719" y="598472"/>
                  <a:pt x="178846" y="601934"/>
                  <a:pt x="182288" y="602767"/>
                </a:cubicBezTo>
                <a:cubicBezTo>
                  <a:pt x="218069" y="615921"/>
                  <a:pt x="265294" y="622893"/>
                  <a:pt x="316028" y="625524"/>
                </a:cubicBezTo>
                <a:cubicBezTo>
                  <a:pt x="346152" y="628462"/>
                  <a:pt x="384498" y="628528"/>
                  <a:pt x="404515" y="610440"/>
                </a:cubicBezTo>
                <a:cubicBezTo>
                  <a:pt x="412320" y="604038"/>
                  <a:pt x="407585" y="592901"/>
                  <a:pt x="400656" y="592594"/>
                </a:cubicBezTo>
                <a:close/>
                <a:moveTo>
                  <a:pt x="310547" y="639710"/>
                </a:moveTo>
                <a:lnTo>
                  <a:pt x="268429" y="637692"/>
                </a:lnTo>
                <a:cubicBezTo>
                  <a:pt x="263694" y="637495"/>
                  <a:pt x="258191" y="639490"/>
                  <a:pt x="256788" y="645673"/>
                </a:cubicBezTo>
                <a:cubicBezTo>
                  <a:pt x="256042" y="649839"/>
                  <a:pt x="258191" y="655671"/>
                  <a:pt x="263365" y="656241"/>
                </a:cubicBezTo>
                <a:lnTo>
                  <a:pt x="305460" y="658258"/>
                </a:lnTo>
                <a:cubicBezTo>
                  <a:pt x="310218" y="658455"/>
                  <a:pt x="315699" y="656460"/>
                  <a:pt x="317124" y="650277"/>
                </a:cubicBezTo>
                <a:cubicBezTo>
                  <a:pt x="317847" y="646111"/>
                  <a:pt x="315699" y="640258"/>
                  <a:pt x="310547" y="639710"/>
                </a:cubicBezTo>
                <a:close/>
                <a:moveTo>
                  <a:pt x="85075" y="404459"/>
                </a:moveTo>
                <a:cubicBezTo>
                  <a:pt x="50631" y="383609"/>
                  <a:pt x="26799" y="349648"/>
                  <a:pt x="17985" y="308824"/>
                </a:cubicBezTo>
                <a:cubicBezTo>
                  <a:pt x="14894" y="296437"/>
                  <a:pt x="-2448" y="306303"/>
                  <a:pt x="292" y="316257"/>
                </a:cubicBezTo>
                <a:cubicBezTo>
                  <a:pt x="9829" y="360347"/>
                  <a:pt x="37038" y="397925"/>
                  <a:pt x="77028" y="422064"/>
                </a:cubicBezTo>
                <a:cubicBezTo>
                  <a:pt x="82224" y="425572"/>
                  <a:pt x="87991" y="421034"/>
                  <a:pt x="89262" y="415641"/>
                </a:cubicBezTo>
                <a:cubicBezTo>
                  <a:pt x="90643" y="411394"/>
                  <a:pt x="88911" y="406755"/>
                  <a:pt x="85075" y="404459"/>
                </a:cubicBezTo>
                <a:close/>
                <a:moveTo>
                  <a:pt x="329906" y="581522"/>
                </a:moveTo>
                <a:cubicBezTo>
                  <a:pt x="357816" y="581522"/>
                  <a:pt x="380332" y="577751"/>
                  <a:pt x="400656" y="569661"/>
                </a:cubicBezTo>
                <a:cubicBezTo>
                  <a:pt x="405261" y="567896"/>
                  <a:pt x="407870" y="563002"/>
                  <a:pt x="406752" y="558194"/>
                </a:cubicBezTo>
                <a:cubicBezTo>
                  <a:pt x="406357" y="554364"/>
                  <a:pt x="403243" y="551382"/>
                  <a:pt x="399407" y="551134"/>
                </a:cubicBezTo>
                <a:cubicBezTo>
                  <a:pt x="398135" y="551161"/>
                  <a:pt x="396885" y="551428"/>
                  <a:pt x="395701" y="551924"/>
                </a:cubicBezTo>
                <a:cubicBezTo>
                  <a:pt x="365511" y="565078"/>
                  <a:pt x="319887" y="564201"/>
                  <a:pt x="285399" y="560123"/>
                </a:cubicBezTo>
                <a:cubicBezTo>
                  <a:pt x="250079" y="556857"/>
                  <a:pt x="213553" y="549337"/>
                  <a:pt x="177004" y="540545"/>
                </a:cubicBezTo>
                <a:cubicBezTo>
                  <a:pt x="172137" y="540545"/>
                  <a:pt x="169352" y="544930"/>
                  <a:pt x="168826" y="549095"/>
                </a:cubicBezTo>
                <a:cubicBezTo>
                  <a:pt x="167884" y="553862"/>
                  <a:pt x="170887" y="558516"/>
                  <a:pt x="175623" y="559619"/>
                </a:cubicBezTo>
                <a:cubicBezTo>
                  <a:pt x="226663" y="572796"/>
                  <a:pt x="279633" y="581061"/>
                  <a:pt x="329906" y="581522"/>
                </a:cubicBezTo>
                <a:close/>
                <a:moveTo>
                  <a:pt x="216951" y="106307"/>
                </a:moveTo>
                <a:cubicBezTo>
                  <a:pt x="171238" y="119725"/>
                  <a:pt x="136444" y="158926"/>
                  <a:pt x="123991" y="204968"/>
                </a:cubicBezTo>
                <a:cubicBezTo>
                  <a:pt x="122237" y="210887"/>
                  <a:pt x="126183" y="214877"/>
                  <a:pt x="132081" y="214899"/>
                </a:cubicBezTo>
                <a:cubicBezTo>
                  <a:pt x="136860" y="215086"/>
                  <a:pt x="141114" y="211902"/>
                  <a:pt x="142276" y="207270"/>
                </a:cubicBezTo>
                <a:cubicBezTo>
                  <a:pt x="152602" y="168886"/>
                  <a:pt x="181104" y="138014"/>
                  <a:pt x="218551" y="124658"/>
                </a:cubicBezTo>
                <a:cubicBezTo>
                  <a:pt x="228198" y="121216"/>
                  <a:pt x="226334" y="106811"/>
                  <a:pt x="216951" y="106307"/>
                </a:cubicBezTo>
                <a:close/>
                <a:moveTo>
                  <a:pt x="259660" y="91574"/>
                </a:moveTo>
                <a:cubicBezTo>
                  <a:pt x="248325" y="91574"/>
                  <a:pt x="248127" y="110232"/>
                  <a:pt x="260690" y="110297"/>
                </a:cubicBezTo>
                <a:cubicBezTo>
                  <a:pt x="272025" y="110407"/>
                  <a:pt x="272201" y="91640"/>
                  <a:pt x="259660" y="91574"/>
                </a:cubicBezTo>
                <a:close/>
                <a:moveTo>
                  <a:pt x="557483" y="48689"/>
                </a:moveTo>
                <a:cubicBezTo>
                  <a:pt x="551256" y="39700"/>
                  <a:pt x="533760" y="49939"/>
                  <a:pt x="541193" y="59235"/>
                </a:cubicBezTo>
                <a:cubicBezTo>
                  <a:pt x="556321" y="77557"/>
                  <a:pt x="565003" y="100330"/>
                  <a:pt x="565946" y="124066"/>
                </a:cubicBezTo>
                <a:cubicBezTo>
                  <a:pt x="565770" y="128275"/>
                  <a:pt x="569059" y="131825"/>
                  <a:pt x="573268" y="131992"/>
                </a:cubicBezTo>
                <a:cubicBezTo>
                  <a:pt x="573532" y="132003"/>
                  <a:pt x="573817" y="131998"/>
                  <a:pt x="574080" y="131981"/>
                </a:cubicBezTo>
                <a:cubicBezTo>
                  <a:pt x="579561" y="132272"/>
                  <a:pt x="584253" y="128058"/>
                  <a:pt x="584538" y="122569"/>
                </a:cubicBezTo>
                <a:cubicBezTo>
                  <a:pt x="584560" y="122323"/>
                  <a:pt x="584560" y="122075"/>
                  <a:pt x="584560" y="121830"/>
                </a:cubicBezTo>
                <a:cubicBezTo>
                  <a:pt x="583639" y="95169"/>
                  <a:pt x="574146" y="69515"/>
                  <a:pt x="557483" y="48689"/>
                </a:cubicBezTo>
                <a:close/>
                <a:moveTo>
                  <a:pt x="403682" y="258"/>
                </a:moveTo>
                <a:cubicBezTo>
                  <a:pt x="392720" y="-2395"/>
                  <a:pt x="387765" y="16219"/>
                  <a:pt x="399780" y="18960"/>
                </a:cubicBezTo>
                <a:cubicBezTo>
                  <a:pt x="493595" y="37946"/>
                  <a:pt x="532160" y="149148"/>
                  <a:pt x="535120" y="227659"/>
                </a:cubicBezTo>
                <a:cubicBezTo>
                  <a:pt x="535076" y="232018"/>
                  <a:pt x="538562" y="235590"/>
                  <a:pt x="542925" y="235633"/>
                </a:cubicBezTo>
                <a:cubicBezTo>
                  <a:pt x="543122" y="235636"/>
                  <a:pt x="543320" y="235631"/>
                  <a:pt x="543517" y="235618"/>
                </a:cubicBezTo>
                <a:cubicBezTo>
                  <a:pt x="546499" y="235695"/>
                  <a:pt x="549371" y="234555"/>
                  <a:pt x="551497" y="232461"/>
                </a:cubicBezTo>
                <a:cubicBezTo>
                  <a:pt x="553208" y="230630"/>
                  <a:pt x="554062" y="228157"/>
                  <a:pt x="553822" y="225664"/>
                </a:cubicBezTo>
                <a:cubicBezTo>
                  <a:pt x="551629" y="188393"/>
                  <a:pt x="542859" y="133800"/>
                  <a:pt x="514993" y="85610"/>
                </a:cubicBezTo>
                <a:cubicBezTo>
                  <a:pt x="488442" y="39898"/>
                  <a:pt x="451017" y="11220"/>
                  <a:pt x="403682" y="258"/>
                </a:cubicBezTo>
                <a:close/>
                <a:moveTo>
                  <a:pt x="431548" y="75240"/>
                </a:moveTo>
                <a:cubicBezTo>
                  <a:pt x="312936" y="-26709"/>
                  <a:pt x="83934" y="43559"/>
                  <a:pt x="55323" y="204968"/>
                </a:cubicBezTo>
                <a:cubicBezTo>
                  <a:pt x="46553" y="255569"/>
                  <a:pt x="59708" y="304373"/>
                  <a:pt x="92134" y="342369"/>
                </a:cubicBezTo>
                <a:cubicBezTo>
                  <a:pt x="111406" y="364995"/>
                  <a:pt x="133352" y="384398"/>
                  <a:pt x="147757" y="411431"/>
                </a:cubicBezTo>
                <a:cubicBezTo>
                  <a:pt x="162161" y="438464"/>
                  <a:pt x="168498" y="469312"/>
                  <a:pt x="166524" y="502681"/>
                </a:cubicBezTo>
                <a:cubicBezTo>
                  <a:pt x="166480" y="503654"/>
                  <a:pt x="165998" y="504556"/>
                  <a:pt x="165209" y="505137"/>
                </a:cubicBezTo>
                <a:cubicBezTo>
                  <a:pt x="161986" y="507785"/>
                  <a:pt x="160495" y="512012"/>
                  <a:pt x="161350" y="516099"/>
                </a:cubicBezTo>
                <a:cubicBezTo>
                  <a:pt x="161964" y="519442"/>
                  <a:pt x="164573" y="522060"/>
                  <a:pt x="167928" y="522676"/>
                </a:cubicBezTo>
                <a:cubicBezTo>
                  <a:pt x="215043" y="533845"/>
                  <a:pt x="263124" y="540387"/>
                  <a:pt x="311511" y="542211"/>
                </a:cubicBezTo>
                <a:cubicBezTo>
                  <a:pt x="350011" y="543022"/>
                  <a:pt x="388510" y="548218"/>
                  <a:pt x="425651" y="525855"/>
                </a:cubicBezTo>
                <a:cubicBezTo>
                  <a:pt x="429180" y="523911"/>
                  <a:pt x="430847" y="519741"/>
                  <a:pt x="429619" y="515902"/>
                </a:cubicBezTo>
                <a:cubicBezTo>
                  <a:pt x="428610" y="511990"/>
                  <a:pt x="425190" y="509184"/>
                  <a:pt x="421156" y="508973"/>
                </a:cubicBezTo>
                <a:cubicBezTo>
                  <a:pt x="418656" y="508601"/>
                  <a:pt x="416004" y="511626"/>
                  <a:pt x="413526" y="510048"/>
                </a:cubicBezTo>
                <a:cubicBezTo>
                  <a:pt x="412518" y="509440"/>
                  <a:pt x="411926" y="508346"/>
                  <a:pt x="411948" y="507176"/>
                </a:cubicBezTo>
                <a:cubicBezTo>
                  <a:pt x="412452" y="477012"/>
                  <a:pt x="419906" y="447368"/>
                  <a:pt x="433719" y="420552"/>
                </a:cubicBezTo>
                <a:cubicBezTo>
                  <a:pt x="441458" y="405731"/>
                  <a:pt x="451697" y="392642"/>
                  <a:pt x="461607" y="379969"/>
                </a:cubicBezTo>
                <a:cubicBezTo>
                  <a:pt x="467856" y="371989"/>
                  <a:pt x="474323" y="363723"/>
                  <a:pt x="480045" y="355151"/>
                </a:cubicBezTo>
                <a:cubicBezTo>
                  <a:pt x="530231" y="279708"/>
                  <a:pt x="512033" y="136629"/>
                  <a:pt x="431548" y="75240"/>
                </a:cubicBezTo>
                <a:close/>
                <a:moveTo>
                  <a:pt x="334116" y="324171"/>
                </a:moveTo>
                <a:cubicBezTo>
                  <a:pt x="324644" y="390296"/>
                  <a:pt x="323548" y="458108"/>
                  <a:pt x="320961" y="523312"/>
                </a:cubicBezTo>
                <a:cubicBezTo>
                  <a:pt x="320303" y="523941"/>
                  <a:pt x="319404" y="524268"/>
                  <a:pt x="318483" y="524211"/>
                </a:cubicBezTo>
                <a:cubicBezTo>
                  <a:pt x="310788" y="523685"/>
                  <a:pt x="302873" y="523027"/>
                  <a:pt x="295419" y="522567"/>
                </a:cubicBezTo>
                <a:cubicBezTo>
                  <a:pt x="285224" y="521909"/>
                  <a:pt x="274832" y="520988"/>
                  <a:pt x="263694" y="519760"/>
                </a:cubicBezTo>
                <a:cubicBezTo>
                  <a:pt x="262006" y="519589"/>
                  <a:pt x="260734" y="518149"/>
                  <a:pt x="260756" y="516450"/>
                </a:cubicBezTo>
                <a:cubicBezTo>
                  <a:pt x="256108" y="449957"/>
                  <a:pt x="246001" y="383960"/>
                  <a:pt x="230522" y="319129"/>
                </a:cubicBezTo>
                <a:cubicBezTo>
                  <a:pt x="230127" y="317344"/>
                  <a:pt x="231245" y="315575"/>
                  <a:pt x="233021" y="315174"/>
                </a:cubicBezTo>
                <a:cubicBezTo>
                  <a:pt x="233263" y="315123"/>
                  <a:pt x="233482" y="315097"/>
                  <a:pt x="233723" y="315095"/>
                </a:cubicBezTo>
                <a:cubicBezTo>
                  <a:pt x="235170" y="315095"/>
                  <a:pt x="236639" y="315270"/>
                  <a:pt x="238108" y="315270"/>
                </a:cubicBezTo>
                <a:cubicBezTo>
                  <a:pt x="248654" y="315443"/>
                  <a:pt x="258914" y="311896"/>
                  <a:pt x="267114" y="305250"/>
                </a:cubicBezTo>
                <a:cubicBezTo>
                  <a:pt x="268342" y="304255"/>
                  <a:pt x="270074" y="304255"/>
                  <a:pt x="271302" y="305250"/>
                </a:cubicBezTo>
                <a:cubicBezTo>
                  <a:pt x="284128" y="315555"/>
                  <a:pt x="301338" y="320773"/>
                  <a:pt x="322452" y="320773"/>
                </a:cubicBezTo>
                <a:cubicBezTo>
                  <a:pt x="326003" y="321321"/>
                  <a:pt x="334291" y="318164"/>
                  <a:pt x="334116" y="324171"/>
                </a:cubicBezTo>
                <a:close/>
                <a:moveTo>
                  <a:pt x="269811" y="253245"/>
                </a:moveTo>
                <a:cubicBezTo>
                  <a:pt x="271214" y="252283"/>
                  <a:pt x="273100" y="252539"/>
                  <a:pt x="274196" y="253837"/>
                </a:cubicBezTo>
                <a:cubicBezTo>
                  <a:pt x="276783" y="256863"/>
                  <a:pt x="276892" y="261292"/>
                  <a:pt x="274481" y="266992"/>
                </a:cubicBezTo>
                <a:cubicBezTo>
                  <a:pt x="273779" y="268665"/>
                  <a:pt x="271850" y="269452"/>
                  <a:pt x="270183" y="268746"/>
                </a:cubicBezTo>
                <a:cubicBezTo>
                  <a:pt x="269504" y="268468"/>
                  <a:pt x="268956" y="267983"/>
                  <a:pt x="268605" y="267365"/>
                </a:cubicBezTo>
                <a:cubicBezTo>
                  <a:pt x="263694" y="259033"/>
                  <a:pt x="267268" y="254934"/>
                  <a:pt x="269811" y="253245"/>
                </a:cubicBezTo>
                <a:close/>
                <a:moveTo>
                  <a:pt x="478971" y="317945"/>
                </a:moveTo>
                <a:cubicBezTo>
                  <a:pt x="470201" y="344035"/>
                  <a:pt x="451127" y="362759"/>
                  <a:pt x="435539" y="384157"/>
                </a:cubicBezTo>
                <a:cubicBezTo>
                  <a:pt x="407300" y="422707"/>
                  <a:pt x="392523" y="469481"/>
                  <a:pt x="393487" y="517261"/>
                </a:cubicBezTo>
                <a:cubicBezTo>
                  <a:pt x="393750" y="518936"/>
                  <a:pt x="392698" y="520536"/>
                  <a:pt x="391054" y="520966"/>
                </a:cubicBezTo>
                <a:cubicBezTo>
                  <a:pt x="377241" y="524161"/>
                  <a:pt x="363100" y="525634"/>
                  <a:pt x="348937" y="525351"/>
                </a:cubicBezTo>
                <a:cubicBezTo>
                  <a:pt x="345473" y="525351"/>
                  <a:pt x="339641" y="526338"/>
                  <a:pt x="340561" y="520966"/>
                </a:cubicBezTo>
                <a:cubicBezTo>
                  <a:pt x="340145" y="453831"/>
                  <a:pt x="344332" y="386744"/>
                  <a:pt x="353102" y="320181"/>
                </a:cubicBezTo>
                <a:cubicBezTo>
                  <a:pt x="353431" y="315796"/>
                  <a:pt x="359942" y="316695"/>
                  <a:pt x="363056" y="315423"/>
                </a:cubicBezTo>
                <a:cubicBezTo>
                  <a:pt x="374566" y="312310"/>
                  <a:pt x="368669" y="297182"/>
                  <a:pt x="359855" y="297643"/>
                </a:cubicBezTo>
                <a:cubicBezTo>
                  <a:pt x="341175" y="301567"/>
                  <a:pt x="314603" y="306675"/>
                  <a:pt x="295068" y="297029"/>
                </a:cubicBezTo>
                <a:cubicBezTo>
                  <a:pt x="291100" y="295229"/>
                  <a:pt x="287372" y="292953"/>
                  <a:pt x="283952" y="290254"/>
                </a:cubicBezTo>
                <a:cubicBezTo>
                  <a:pt x="282593" y="289206"/>
                  <a:pt x="282286" y="287294"/>
                  <a:pt x="283228" y="285869"/>
                </a:cubicBezTo>
                <a:cubicBezTo>
                  <a:pt x="293402" y="269864"/>
                  <a:pt x="297633" y="254144"/>
                  <a:pt x="294586" y="243818"/>
                </a:cubicBezTo>
                <a:cubicBezTo>
                  <a:pt x="292393" y="235662"/>
                  <a:pt x="283623" y="229698"/>
                  <a:pt x="275029" y="229720"/>
                </a:cubicBezTo>
                <a:cubicBezTo>
                  <a:pt x="265733" y="229720"/>
                  <a:pt x="256590" y="235991"/>
                  <a:pt x="252249" y="245331"/>
                </a:cubicBezTo>
                <a:cubicBezTo>
                  <a:pt x="245672" y="259560"/>
                  <a:pt x="249859" y="276288"/>
                  <a:pt x="256020" y="287206"/>
                </a:cubicBezTo>
                <a:cubicBezTo>
                  <a:pt x="256810" y="288616"/>
                  <a:pt x="256459" y="290392"/>
                  <a:pt x="255187" y="291394"/>
                </a:cubicBezTo>
                <a:cubicBezTo>
                  <a:pt x="250539" y="294950"/>
                  <a:pt x="244817" y="296785"/>
                  <a:pt x="238963" y="296590"/>
                </a:cubicBezTo>
                <a:cubicBezTo>
                  <a:pt x="226707" y="296912"/>
                  <a:pt x="215723" y="289024"/>
                  <a:pt x="212127" y="277297"/>
                </a:cubicBezTo>
                <a:cubicBezTo>
                  <a:pt x="211491" y="273854"/>
                  <a:pt x="208444" y="271397"/>
                  <a:pt x="204936" y="271509"/>
                </a:cubicBezTo>
                <a:cubicBezTo>
                  <a:pt x="201341" y="271592"/>
                  <a:pt x="197986" y="273302"/>
                  <a:pt x="195815" y="276157"/>
                </a:cubicBezTo>
                <a:cubicBezTo>
                  <a:pt x="189764" y="284093"/>
                  <a:pt x="200858" y="298914"/>
                  <a:pt x="207458" y="304351"/>
                </a:cubicBezTo>
                <a:cubicBezTo>
                  <a:pt x="209277" y="305689"/>
                  <a:pt x="208268" y="308364"/>
                  <a:pt x="208860" y="310096"/>
                </a:cubicBezTo>
                <a:cubicBezTo>
                  <a:pt x="224471" y="376768"/>
                  <a:pt x="239270" y="447015"/>
                  <a:pt x="240717" y="515573"/>
                </a:cubicBezTo>
                <a:cubicBezTo>
                  <a:pt x="239993" y="516254"/>
                  <a:pt x="238985" y="516561"/>
                  <a:pt x="237998" y="516406"/>
                </a:cubicBezTo>
                <a:cubicBezTo>
                  <a:pt x="221051" y="513950"/>
                  <a:pt x="203971" y="510881"/>
                  <a:pt x="187243" y="507263"/>
                </a:cubicBezTo>
                <a:cubicBezTo>
                  <a:pt x="185445" y="506853"/>
                  <a:pt x="184327" y="505064"/>
                  <a:pt x="184743" y="503271"/>
                </a:cubicBezTo>
                <a:cubicBezTo>
                  <a:pt x="184743" y="503264"/>
                  <a:pt x="184743" y="503258"/>
                  <a:pt x="184743" y="503251"/>
                </a:cubicBezTo>
                <a:cubicBezTo>
                  <a:pt x="189128" y="453088"/>
                  <a:pt x="172027" y="403538"/>
                  <a:pt x="138351" y="364491"/>
                </a:cubicBezTo>
                <a:cubicBezTo>
                  <a:pt x="121272" y="344758"/>
                  <a:pt x="101847" y="327526"/>
                  <a:pt x="88583" y="304373"/>
                </a:cubicBezTo>
                <a:cubicBezTo>
                  <a:pt x="76480" y="282423"/>
                  <a:pt x="70473" y="257630"/>
                  <a:pt x="71174" y="232571"/>
                </a:cubicBezTo>
                <a:cubicBezTo>
                  <a:pt x="72928" y="120448"/>
                  <a:pt x="178451" y="56078"/>
                  <a:pt x="275073" y="47045"/>
                </a:cubicBezTo>
                <a:cubicBezTo>
                  <a:pt x="428588" y="33145"/>
                  <a:pt x="520649" y="175808"/>
                  <a:pt x="478971" y="31796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>
            <a:off x="546000" y="3237680"/>
            <a:ext cx="540251" cy="2642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2"/>
          <p:cNvSpPr/>
          <p:nvPr/>
        </p:nvSpPr>
        <p:spPr>
          <a:xfrm rot="1737742">
            <a:off x="7950210" y="3938411"/>
            <a:ext cx="211749" cy="268162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-898861">
            <a:off x="739797" y="433628"/>
            <a:ext cx="1461825" cy="1605908"/>
          </a:xfrm>
          <a:custGeom>
            <a:avLst/>
            <a:gdLst/>
            <a:ahLst/>
            <a:cxnLst/>
            <a:rect l="l" t="t" r="r" b="b"/>
            <a:pathLst>
              <a:path w="462239" h="507799" extrusionOk="0">
                <a:moveTo>
                  <a:pt x="459973" y="179541"/>
                </a:moveTo>
                <a:cubicBezTo>
                  <a:pt x="458636" y="122779"/>
                  <a:pt x="461727" y="55887"/>
                  <a:pt x="399242" y="30652"/>
                </a:cubicBezTo>
                <a:cubicBezTo>
                  <a:pt x="293347" y="-13921"/>
                  <a:pt x="170306" y="-1205"/>
                  <a:pt x="59171" y="14844"/>
                </a:cubicBezTo>
                <a:cubicBezTo>
                  <a:pt x="33585" y="19514"/>
                  <a:pt x="9512" y="39816"/>
                  <a:pt x="8569" y="67090"/>
                </a:cubicBezTo>
                <a:cubicBezTo>
                  <a:pt x="-7195" y="174126"/>
                  <a:pt x="2605" y="285590"/>
                  <a:pt x="7933" y="393766"/>
                </a:cubicBezTo>
                <a:cubicBezTo>
                  <a:pt x="10235" y="423781"/>
                  <a:pt x="16703" y="454453"/>
                  <a:pt x="42377" y="473550"/>
                </a:cubicBezTo>
                <a:cubicBezTo>
                  <a:pt x="111527" y="513693"/>
                  <a:pt x="199071" y="505691"/>
                  <a:pt x="276684" y="507664"/>
                </a:cubicBezTo>
                <a:cubicBezTo>
                  <a:pt x="477513" y="513540"/>
                  <a:pt x="465279" y="327137"/>
                  <a:pt x="459973" y="1795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3"/>
          <p:cNvSpPr txBox="1"/>
          <p:nvPr>
            <p:ph type="ctrTitle"/>
          </p:nvPr>
        </p:nvSpPr>
        <p:spPr>
          <a:xfrm>
            <a:off x="1773500" y="1980025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>
            <a:off x="1773500" y="2664426"/>
            <a:ext cx="5597100" cy="3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794256" y="560052"/>
            <a:ext cx="7399177" cy="3910731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3"/>
          <p:cNvSpPr/>
          <p:nvPr/>
        </p:nvSpPr>
        <p:spPr>
          <a:xfrm rot="4673461">
            <a:off x="7546626" y="3625444"/>
            <a:ext cx="814039" cy="1022204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3"/>
          <p:cNvSpPr/>
          <p:nvPr/>
        </p:nvSpPr>
        <p:spPr>
          <a:xfrm rot="4673461">
            <a:off x="7996900" y="4294821"/>
            <a:ext cx="185670" cy="33573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3"/>
          <p:cNvSpPr/>
          <p:nvPr/>
        </p:nvSpPr>
        <p:spPr>
          <a:xfrm rot="-5167633">
            <a:off x="338201" y="3492220"/>
            <a:ext cx="831049" cy="96136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3"/>
          <p:cNvSpPr/>
          <p:nvPr/>
        </p:nvSpPr>
        <p:spPr>
          <a:xfrm rot="-5167633">
            <a:off x="614037" y="2873277"/>
            <a:ext cx="278340" cy="43095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262249" y="462245"/>
            <a:ext cx="681049" cy="214332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829661" y="4511611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309554" y="4544979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710737" y="66712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865454" y="61702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1711339" y="1054787"/>
            <a:ext cx="2954" cy="1397"/>
          </a:xfrm>
          <a:custGeom>
            <a:avLst/>
            <a:gdLst/>
            <a:ahLst/>
            <a:cxnLst/>
            <a:rect l="l" t="t" r="r" b="b"/>
            <a:pathLst>
              <a:path w="1400" h="662" extrusionOk="0">
                <a:moveTo>
                  <a:pt x="0" y="663"/>
                </a:moveTo>
                <a:cubicBezTo>
                  <a:pt x="2192" y="-368"/>
                  <a:pt x="1513" y="-61"/>
                  <a:pt x="0" y="66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89941" y="506013"/>
            <a:ext cx="7919231" cy="4371184"/>
          </a:xfrm>
          <a:custGeom>
            <a:avLst/>
            <a:gdLst/>
            <a:ahLst/>
            <a:cxnLst/>
            <a:rect l="l" t="t" r="r" b="b"/>
            <a:pathLst>
              <a:path w="3753190" h="2071651" extrusionOk="0">
                <a:moveTo>
                  <a:pt x="3559557" y="312526"/>
                </a:moveTo>
                <a:cubicBezTo>
                  <a:pt x="3462673" y="190537"/>
                  <a:pt x="3320580" y="114262"/>
                  <a:pt x="3169958" y="80871"/>
                </a:cubicBezTo>
                <a:cubicBezTo>
                  <a:pt x="2666702" y="-4635"/>
                  <a:pt x="2149217" y="-1697"/>
                  <a:pt x="1639734" y="934"/>
                </a:cubicBezTo>
                <a:cubicBezTo>
                  <a:pt x="1246802" y="10932"/>
                  <a:pt x="855690" y="56206"/>
                  <a:pt x="467318" y="117923"/>
                </a:cubicBezTo>
                <a:cubicBezTo>
                  <a:pt x="174056" y="164557"/>
                  <a:pt x="89909" y="643718"/>
                  <a:pt x="35646" y="899687"/>
                </a:cubicBezTo>
                <a:cubicBezTo>
                  <a:pt x="-28637" y="1401979"/>
                  <a:pt x="-84588" y="1869849"/>
                  <a:pt x="614695" y="1936390"/>
                </a:cubicBezTo>
                <a:cubicBezTo>
                  <a:pt x="1341779" y="2005561"/>
                  <a:pt x="2076558" y="2008434"/>
                  <a:pt x="2804213" y="1931237"/>
                </a:cubicBezTo>
                <a:cubicBezTo>
                  <a:pt x="2974808" y="1913456"/>
                  <a:pt x="3089078" y="1906791"/>
                  <a:pt x="3089078" y="1906791"/>
                </a:cubicBezTo>
                <a:cubicBezTo>
                  <a:pt x="3099164" y="1977323"/>
                  <a:pt x="3363661" y="2103279"/>
                  <a:pt x="3459384" y="2064341"/>
                </a:cubicBezTo>
                <a:cubicBezTo>
                  <a:pt x="3373725" y="1984887"/>
                  <a:pt x="3328363" y="1836962"/>
                  <a:pt x="3328363" y="1836962"/>
                </a:cubicBezTo>
                <a:cubicBezTo>
                  <a:pt x="3697529" y="1838781"/>
                  <a:pt x="3736708" y="1487660"/>
                  <a:pt x="3747407" y="1232568"/>
                </a:cubicBezTo>
                <a:cubicBezTo>
                  <a:pt x="3760452" y="920406"/>
                  <a:pt x="3769770" y="568692"/>
                  <a:pt x="3559557" y="3125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29421" y="349800"/>
            <a:ext cx="8062595" cy="4512254"/>
          </a:xfrm>
          <a:custGeom>
            <a:avLst/>
            <a:gdLst/>
            <a:ahLst/>
            <a:cxnLst/>
            <a:rect l="l" t="t" r="r" b="b"/>
            <a:pathLst>
              <a:path w="3821135" h="2138509" extrusionOk="0">
                <a:moveTo>
                  <a:pt x="3819859" y="752034"/>
                </a:moveTo>
                <a:cubicBezTo>
                  <a:pt x="3812054" y="539103"/>
                  <a:pt x="3741062" y="308303"/>
                  <a:pt x="3556764" y="183793"/>
                </a:cubicBezTo>
                <a:cubicBezTo>
                  <a:pt x="3418070" y="94210"/>
                  <a:pt x="3245918" y="93267"/>
                  <a:pt x="3087294" y="70619"/>
                </a:cubicBezTo>
                <a:cubicBezTo>
                  <a:pt x="2233223" y="-29401"/>
                  <a:pt x="1371303" y="-1973"/>
                  <a:pt x="513768" y="25410"/>
                </a:cubicBezTo>
                <a:cubicBezTo>
                  <a:pt x="504472" y="25717"/>
                  <a:pt x="504626" y="40517"/>
                  <a:pt x="514360" y="40210"/>
                </a:cubicBezTo>
                <a:cubicBezTo>
                  <a:pt x="1396429" y="12037"/>
                  <a:pt x="2283672" y="-16268"/>
                  <a:pt x="3161333" y="94714"/>
                </a:cubicBezTo>
                <a:cubicBezTo>
                  <a:pt x="3242301" y="104953"/>
                  <a:pt x="3324781" y="113350"/>
                  <a:pt x="3403994" y="133740"/>
                </a:cubicBezTo>
                <a:cubicBezTo>
                  <a:pt x="3829331" y="245730"/>
                  <a:pt x="3826151" y="758590"/>
                  <a:pt x="3794098" y="1112320"/>
                </a:cubicBezTo>
                <a:cubicBezTo>
                  <a:pt x="3788682" y="1201882"/>
                  <a:pt x="3783289" y="1291422"/>
                  <a:pt x="3777873" y="1380984"/>
                </a:cubicBezTo>
                <a:cubicBezTo>
                  <a:pt x="3772919" y="1463047"/>
                  <a:pt x="3775440" y="1551052"/>
                  <a:pt x="3749985" y="1630069"/>
                </a:cubicBezTo>
                <a:cubicBezTo>
                  <a:pt x="3682304" y="1828398"/>
                  <a:pt x="3446681" y="1860474"/>
                  <a:pt x="3265453" y="1869353"/>
                </a:cubicBezTo>
                <a:cubicBezTo>
                  <a:pt x="3261550" y="1869572"/>
                  <a:pt x="3258525" y="1872861"/>
                  <a:pt x="3258634" y="1876786"/>
                </a:cubicBezTo>
                <a:cubicBezTo>
                  <a:pt x="3253372" y="1875865"/>
                  <a:pt x="3247256" y="1880315"/>
                  <a:pt x="3249865" y="1886191"/>
                </a:cubicBezTo>
                <a:cubicBezTo>
                  <a:pt x="3272885" y="1936245"/>
                  <a:pt x="3299743" y="1984457"/>
                  <a:pt x="3330196" y="2030367"/>
                </a:cubicBezTo>
                <a:cubicBezTo>
                  <a:pt x="3349928" y="2060119"/>
                  <a:pt x="3371305" y="2094321"/>
                  <a:pt x="3399850" y="2118065"/>
                </a:cubicBezTo>
                <a:cubicBezTo>
                  <a:pt x="3244186" y="2098991"/>
                  <a:pt x="3086110" y="2032976"/>
                  <a:pt x="3003959" y="1892242"/>
                </a:cubicBezTo>
                <a:cubicBezTo>
                  <a:pt x="2999859" y="1885183"/>
                  <a:pt x="2990103" y="1890752"/>
                  <a:pt x="2990453" y="1897526"/>
                </a:cubicBezTo>
                <a:cubicBezTo>
                  <a:pt x="2129739" y="1952338"/>
                  <a:pt x="1256221" y="2013003"/>
                  <a:pt x="401887" y="1860956"/>
                </a:cubicBezTo>
                <a:cubicBezTo>
                  <a:pt x="297351" y="1841224"/>
                  <a:pt x="184352" y="1811078"/>
                  <a:pt x="108098" y="1731974"/>
                </a:cubicBezTo>
                <a:cubicBezTo>
                  <a:pt x="16212" y="1636602"/>
                  <a:pt x="18953" y="1494092"/>
                  <a:pt x="16147" y="1370482"/>
                </a:cubicBezTo>
                <a:cubicBezTo>
                  <a:pt x="9487" y="1077504"/>
                  <a:pt x="25437" y="784439"/>
                  <a:pt x="63854" y="493916"/>
                </a:cubicBezTo>
                <a:cubicBezTo>
                  <a:pt x="68605" y="458026"/>
                  <a:pt x="73720" y="422223"/>
                  <a:pt x="79202" y="386486"/>
                </a:cubicBezTo>
                <a:cubicBezTo>
                  <a:pt x="80649" y="376795"/>
                  <a:pt x="66200" y="374800"/>
                  <a:pt x="64775" y="384140"/>
                </a:cubicBezTo>
                <a:cubicBezTo>
                  <a:pt x="20408" y="677030"/>
                  <a:pt x="-1230" y="972902"/>
                  <a:pt x="54" y="1269125"/>
                </a:cubicBezTo>
                <a:cubicBezTo>
                  <a:pt x="3869" y="1541932"/>
                  <a:pt x="-19854" y="1759752"/>
                  <a:pt x="293580" y="1850871"/>
                </a:cubicBezTo>
                <a:cubicBezTo>
                  <a:pt x="349290" y="1867336"/>
                  <a:pt x="406579" y="1877421"/>
                  <a:pt x="463868" y="1886739"/>
                </a:cubicBezTo>
                <a:cubicBezTo>
                  <a:pt x="1302153" y="2022671"/>
                  <a:pt x="2155128" y="1967049"/>
                  <a:pt x="2998127" y="1911755"/>
                </a:cubicBezTo>
                <a:cubicBezTo>
                  <a:pt x="3084838" y="2049463"/>
                  <a:pt x="3246971" y="2117276"/>
                  <a:pt x="3404016" y="2133610"/>
                </a:cubicBezTo>
                <a:cubicBezTo>
                  <a:pt x="3407984" y="2133961"/>
                  <a:pt x="3411624" y="2131330"/>
                  <a:pt x="3412501" y="2127427"/>
                </a:cubicBezTo>
                <a:cubicBezTo>
                  <a:pt x="3418552" y="2131461"/>
                  <a:pt x="3424954" y="2134969"/>
                  <a:pt x="3431619" y="2137885"/>
                </a:cubicBezTo>
                <a:cubicBezTo>
                  <a:pt x="3440060" y="2141546"/>
                  <a:pt x="3446966" y="2128063"/>
                  <a:pt x="3438372" y="2124292"/>
                </a:cubicBezTo>
                <a:cubicBezTo>
                  <a:pt x="3394128" y="2105152"/>
                  <a:pt x="3366021" y="2057137"/>
                  <a:pt x="3340479" y="2018506"/>
                </a:cubicBezTo>
                <a:cubicBezTo>
                  <a:pt x="3312196" y="1975643"/>
                  <a:pt x="3287092" y="1930742"/>
                  <a:pt x="3265409" y="1884174"/>
                </a:cubicBezTo>
                <a:cubicBezTo>
                  <a:pt x="3490267" y="1876413"/>
                  <a:pt x="3757769" y="1818401"/>
                  <a:pt x="3780987" y="1549825"/>
                </a:cubicBezTo>
                <a:cubicBezTo>
                  <a:pt x="3790809" y="1463069"/>
                  <a:pt x="3792848" y="1374976"/>
                  <a:pt x="3798132" y="1287826"/>
                </a:cubicBezTo>
                <a:cubicBezTo>
                  <a:pt x="3806945" y="1109339"/>
                  <a:pt x="3826261" y="930851"/>
                  <a:pt x="3819859" y="75203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0" name="Google Shape;40;p4"/>
          <p:cNvGrpSpPr/>
          <p:nvPr/>
        </p:nvGrpSpPr>
        <p:grpSpPr>
          <a:xfrm>
            <a:off x="550224" y="368620"/>
            <a:ext cx="878229" cy="627539"/>
            <a:chOff x="550224" y="368620"/>
            <a:chExt cx="878229" cy="627539"/>
          </a:xfrm>
        </p:grpSpPr>
        <p:sp>
          <p:nvSpPr>
            <p:cNvPr id="41" name="Google Shape;41;p4"/>
            <p:cNvSpPr/>
            <p:nvPr/>
          </p:nvSpPr>
          <p:spPr>
            <a:xfrm>
              <a:off x="550224" y="368620"/>
              <a:ext cx="430805" cy="627539"/>
            </a:xfrm>
            <a:custGeom>
              <a:avLst/>
              <a:gdLst/>
              <a:ahLst/>
              <a:cxnLst/>
              <a:rect l="l" t="t" r="r" b="b"/>
              <a:pathLst>
                <a:path w="204173" h="297412" extrusionOk="0">
                  <a:moveTo>
                    <a:pt x="139600" y="3918"/>
                  </a:moveTo>
                  <a:cubicBezTo>
                    <a:pt x="98338" y="-8491"/>
                    <a:pt x="54708" y="9706"/>
                    <a:pt x="28442" y="42571"/>
                  </a:cubicBezTo>
                  <a:cubicBezTo>
                    <a:pt x="-1200" y="79689"/>
                    <a:pt x="-6483" y="131738"/>
                    <a:pt x="7088" y="176311"/>
                  </a:cubicBezTo>
                  <a:cubicBezTo>
                    <a:pt x="15375" y="203497"/>
                    <a:pt x="33244" y="222045"/>
                    <a:pt x="55322" y="238993"/>
                  </a:cubicBezTo>
                  <a:cubicBezTo>
                    <a:pt x="80842" y="258550"/>
                    <a:pt x="107305" y="276835"/>
                    <a:pt x="134360" y="294199"/>
                  </a:cubicBezTo>
                  <a:cubicBezTo>
                    <a:pt x="135671" y="295098"/>
                    <a:pt x="137291" y="295449"/>
                    <a:pt x="138855" y="295142"/>
                  </a:cubicBezTo>
                  <a:cubicBezTo>
                    <a:pt x="140391" y="296326"/>
                    <a:pt x="142213" y="297093"/>
                    <a:pt x="144138" y="297334"/>
                  </a:cubicBezTo>
                  <a:cubicBezTo>
                    <a:pt x="153237" y="298606"/>
                    <a:pt x="156855" y="283982"/>
                    <a:pt x="147295" y="282667"/>
                  </a:cubicBezTo>
                  <a:cubicBezTo>
                    <a:pt x="145827" y="282448"/>
                    <a:pt x="140981" y="260479"/>
                    <a:pt x="140148" y="257081"/>
                  </a:cubicBezTo>
                  <a:cubicBezTo>
                    <a:pt x="133825" y="231100"/>
                    <a:pt x="132067" y="204221"/>
                    <a:pt x="134952" y="177648"/>
                  </a:cubicBezTo>
                  <a:cubicBezTo>
                    <a:pt x="176609" y="182954"/>
                    <a:pt x="202633" y="143665"/>
                    <a:pt x="203883" y="105670"/>
                  </a:cubicBezTo>
                  <a:cubicBezTo>
                    <a:pt x="206974" y="59694"/>
                    <a:pt x="185444" y="17687"/>
                    <a:pt x="139600" y="3918"/>
                  </a:cubicBezTo>
                  <a:close/>
                  <a:moveTo>
                    <a:pt x="183054" y="133777"/>
                  </a:moveTo>
                  <a:cubicBezTo>
                    <a:pt x="174767" y="153268"/>
                    <a:pt x="153741" y="169383"/>
                    <a:pt x="131882" y="161709"/>
                  </a:cubicBezTo>
                  <a:cubicBezTo>
                    <a:pt x="129346" y="160810"/>
                    <a:pt x="126524" y="161336"/>
                    <a:pt x="124472" y="163068"/>
                  </a:cubicBezTo>
                  <a:cubicBezTo>
                    <a:pt x="123380" y="163770"/>
                    <a:pt x="122532" y="164800"/>
                    <a:pt x="122038" y="166006"/>
                  </a:cubicBezTo>
                  <a:cubicBezTo>
                    <a:pt x="121199" y="167475"/>
                    <a:pt x="120874" y="169185"/>
                    <a:pt x="121118" y="170852"/>
                  </a:cubicBezTo>
                  <a:cubicBezTo>
                    <a:pt x="116602" y="204944"/>
                    <a:pt x="119253" y="239629"/>
                    <a:pt x="128901" y="272647"/>
                  </a:cubicBezTo>
                  <a:cubicBezTo>
                    <a:pt x="113583" y="262540"/>
                    <a:pt x="98506" y="252082"/>
                    <a:pt x="83670" y="241229"/>
                  </a:cubicBezTo>
                  <a:cubicBezTo>
                    <a:pt x="67008" y="229039"/>
                    <a:pt x="48460" y="216783"/>
                    <a:pt x="35699" y="200274"/>
                  </a:cubicBezTo>
                  <a:cubicBezTo>
                    <a:pt x="-9706" y="138886"/>
                    <a:pt x="18840" y="27553"/>
                    <a:pt x="100223" y="15450"/>
                  </a:cubicBezTo>
                  <a:cubicBezTo>
                    <a:pt x="169505" y="7667"/>
                    <a:pt x="206601" y="72783"/>
                    <a:pt x="183054" y="133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007307" y="372376"/>
              <a:ext cx="421145" cy="613504"/>
            </a:xfrm>
            <a:custGeom>
              <a:avLst/>
              <a:gdLst/>
              <a:ahLst/>
              <a:cxnLst/>
              <a:rect l="l" t="t" r="r" b="b"/>
              <a:pathLst>
                <a:path w="199595" h="290760" extrusionOk="0">
                  <a:moveTo>
                    <a:pt x="136439" y="3825"/>
                  </a:moveTo>
                  <a:cubicBezTo>
                    <a:pt x="96098" y="-8299"/>
                    <a:pt x="53476" y="9504"/>
                    <a:pt x="27803" y="41623"/>
                  </a:cubicBezTo>
                  <a:cubicBezTo>
                    <a:pt x="-1182" y="77908"/>
                    <a:pt x="-6334" y="128751"/>
                    <a:pt x="6930" y="172359"/>
                  </a:cubicBezTo>
                  <a:cubicBezTo>
                    <a:pt x="15021" y="198932"/>
                    <a:pt x="32494" y="217063"/>
                    <a:pt x="54090" y="233616"/>
                  </a:cubicBezTo>
                  <a:cubicBezTo>
                    <a:pt x="79040" y="252735"/>
                    <a:pt x="104911" y="270603"/>
                    <a:pt x="131352" y="287573"/>
                  </a:cubicBezTo>
                  <a:cubicBezTo>
                    <a:pt x="132626" y="288472"/>
                    <a:pt x="134211" y="288801"/>
                    <a:pt x="135737" y="288494"/>
                  </a:cubicBezTo>
                  <a:cubicBezTo>
                    <a:pt x="137241" y="289678"/>
                    <a:pt x="139037" y="290423"/>
                    <a:pt x="140933" y="290686"/>
                  </a:cubicBezTo>
                  <a:cubicBezTo>
                    <a:pt x="149813" y="291914"/>
                    <a:pt x="153343" y="277641"/>
                    <a:pt x="144003" y="276347"/>
                  </a:cubicBezTo>
                  <a:cubicBezTo>
                    <a:pt x="142556" y="276150"/>
                    <a:pt x="137842" y="254664"/>
                    <a:pt x="137009" y="251332"/>
                  </a:cubicBezTo>
                  <a:cubicBezTo>
                    <a:pt x="130839" y="225943"/>
                    <a:pt x="129125" y="199677"/>
                    <a:pt x="131944" y="173697"/>
                  </a:cubicBezTo>
                  <a:cubicBezTo>
                    <a:pt x="172768" y="178893"/>
                    <a:pt x="198091" y="140481"/>
                    <a:pt x="199318" y="103341"/>
                  </a:cubicBezTo>
                  <a:cubicBezTo>
                    <a:pt x="202300" y="58352"/>
                    <a:pt x="181253" y="17287"/>
                    <a:pt x="136439" y="3825"/>
                  </a:cubicBezTo>
                  <a:close/>
                  <a:moveTo>
                    <a:pt x="178907" y="130768"/>
                  </a:moveTo>
                  <a:cubicBezTo>
                    <a:pt x="170794" y="149799"/>
                    <a:pt x="150251" y="165541"/>
                    <a:pt x="128897" y="158042"/>
                  </a:cubicBezTo>
                  <a:cubicBezTo>
                    <a:pt x="126417" y="157187"/>
                    <a:pt x="123670" y="157692"/>
                    <a:pt x="121662" y="159380"/>
                  </a:cubicBezTo>
                  <a:cubicBezTo>
                    <a:pt x="120592" y="160082"/>
                    <a:pt x="119756" y="161068"/>
                    <a:pt x="119272" y="162252"/>
                  </a:cubicBezTo>
                  <a:cubicBezTo>
                    <a:pt x="118458" y="163699"/>
                    <a:pt x="118143" y="165343"/>
                    <a:pt x="118373" y="166988"/>
                  </a:cubicBezTo>
                  <a:cubicBezTo>
                    <a:pt x="113973" y="200335"/>
                    <a:pt x="116571" y="234230"/>
                    <a:pt x="126003" y="266503"/>
                  </a:cubicBezTo>
                  <a:cubicBezTo>
                    <a:pt x="111006" y="256615"/>
                    <a:pt x="96266" y="246399"/>
                    <a:pt x="81781" y="235809"/>
                  </a:cubicBezTo>
                  <a:cubicBezTo>
                    <a:pt x="65491" y="223882"/>
                    <a:pt x="47359" y="211911"/>
                    <a:pt x="34884" y="195775"/>
                  </a:cubicBezTo>
                  <a:cubicBezTo>
                    <a:pt x="-9491" y="135855"/>
                    <a:pt x="18419" y="26955"/>
                    <a:pt x="97961" y="15116"/>
                  </a:cubicBezTo>
                  <a:cubicBezTo>
                    <a:pt x="165664" y="7508"/>
                    <a:pt x="202015" y="71133"/>
                    <a:pt x="178907" y="1307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05031" y="475050"/>
              <a:ext cx="59409" cy="175613"/>
            </a:xfrm>
            <a:custGeom>
              <a:avLst/>
              <a:gdLst/>
              <a:ahLst/>
              <a:cxnLst/>
              <a:rect l="l" t="t" r="r" b="b"/>
              <a:pathLst>
                <a:path w="28156" h="83229" extrusionOk="0">
                  <a:moveTo>
                    <a:pt x="12001" y="2074"/>
                  </a:moveTo>
                  <a:cubicBezTo>
                    <a:pt x="5687" y="-4723"/>
                    <a:pt x="-4289" y="6788"/>
                    <a:pt x="2004" y="13584"/>
                  </a:cubicBezTo>
                  <a:cubicBezTo>
                    <a:pt x="17298" y="29699"/>
                    <a:pt x="17395" y="54956"/>
                    <a:pt x="2223" y="71180"/>
                  </a:cubicBezTo>
                  <a:cubicBezTo>
                    <a:pt x="-4354" y="78459"/>
                    <a:pt x="6608" y="87887"/>
                    <a:pt x="13054" y="80608"/>
                  </a:cubicBezTo>
                  <a:cubicBezTo>
                    <a:pt x="33750" y="57455"/>
                    <a:pt x="32961" y="24678"/>
                    <a:pt x="12001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260832" y="642594"/>
              <a:ext cx="30076" cy="31226"/>
            </a:xfrm>
            <a:custGeom>
              <a:avLst/>
              <a:gdLst/>
              <a:ahLst/>
              <a:cxnLst/>
              <a:rect l="l" t="t" r="r" b="b"/>
              <a:pathLst>
                <a:path w="14254" h="14799" extrusionOk="0">
                  <a:moveTo>
                    <a:pt x="6816" y="0"/>
                  </a:moveTo>
                  <a:cubicBezTo>
                    <a:pt x="-2458" y="0"/>
                    <a:pt x="-2283" y="14799"/>
                    <a:pt x="7430" y="14799"/>
                  </a:cubicBezTo>
                  <a:cubicBezTo>
                    <a:pt x="16726" y="14799"/>
                    <a:pt x="16529" y="0"/>
                    <a:pt x="6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1671" y="601479"/>
              <a:ext cx="103968" cy="202921"/>
            </a:xfrm>
            <a:custGeom>
              <a:avLst/>
              <a:gdLst/>
              <a:ahLst/>
              <a:cxnLst/>
              <a:rect l="l" t="t" r="r" b="b"/>
              <a:pathLst>
                <a:path w="49274" h="96171" extrusionOk="0">
                  <a:moveTo>
                    <a:pt x="46778" y="83022"/>
                  </a:moveTo>
                  <a:cubicBezTo>
                    <a:pt x="27791" y="67456"/>
                    <a:pt x="9199" y="33057"/>
                    <a:pt x="16281" y="8194"/>
                  </a:cubicBezTo>
                  <a:cubicBezTo>
                    <a:pt x="18978" y="-1277"/>
                    <a:pt x="4442" y="-3163"/>
                    <a:pt x="1877" y="5848"/>
                  </a:cubicBezTo>
                  <a:cubicBezTo>
                    <a:pt x="-2947" y="22796"/>
                    <a:pt x="2271" y="39436"/>
                    <a:pt x="9112" y="55091"/>
                  </a:cubicBezTo>
                  <a:cubicBezTo>
                    <a:pt x="15689" y="70153"/>
                    <a:pt x="23933" y="83965"/>
                    <a:pt x="36802" y="94555"/>
                  </a:cubicBezTo>
                  <a:cubicBezTo>
                    <a:pt x="43994" y="100409"/>
                    <a:pt x="53991" y="88920"/>
                    <a:pt x="46778" y="830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6" name="Google Shape;46;p4"/>
          <p:cNvSpPr txBox="1"/>
          <p:nvPr>
            <p:ph type="body" idx="1"/>
          </p:nvPr>
        </p:nvSpPr>
        <p:spPr>
          <a:xfrm>
            <a:off x="1714300" y="1186825"/>
            <a:ext cx="5715300" cy="276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Font typeface="Nunito SemiBold"/>
              <a:buChar char="✗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marL="914400" lvl="1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✗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L="1371600" lvl="2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L="1828800" lvl="3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●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L="2286000" lvl="4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○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L="2743200" lvl="5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L="3200400" lvl="6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●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L="3657600" lvl="7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○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L="4114800" lvl="8" indent="-406400" algn="ctr" rtl="0">
              <a:spcBef>
                <a:spcPts val="1000"/>
              </a:spcBef>
              <a:spcAft>
                <a:spcPts val="100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8" name="Google Shape;48;p4"/>
          <p:cNvSpPr/>
          <p:nvPr/>
        </p:nvSpPr>
        <p:spPr>
          <a:xfrm rot="-10653455">
            <a:off x="308904" y="3412015"/>
            <a:ext cx="814998" cy="1023408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4"/>
          <p:cNvSpPr/>
          <p:nvPr/>
        </p:nvSpPr>
        <p:spPr>
          <a:xfrm rot="5624237">
            <a:off x="8289671" y="2866841"/>
            <a:ext cx="540119" cy="264234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4"/>
          <p:cNvSpPr/>
          <p:nvPr/>
        </p:nvSpPr>
        <p:spPr>
          <a:xfrm rot="5400000">
            <a:off x="6259143" y="-119213"/>
            <a:ext cx="113330" cy="954049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4"/>
          <p:cNvSpPr/>
          <p:nvPr/>
        </p:nvSpPr>
        <p:spPr>
          <a:xfrm rot="5400000">
            <a:off x="6459663" y="73310"/>
            <a:ext cx="80437" cy="399039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4"/>
          <p:cNvSpPr/>
          <p:nvPr/>
        </p:nvSpPr>
        <p:spPr>
          <a:xfrm flipH="1">
            <a:off x="486100" y="253760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4"/>
          <p:cNvSpPr/>
          <p:nvPr/>
        </p:nvSpPr>
        <p:spPr>
          <a:xfrm flipH="1">
            <a:off x="509560" y="230637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+ 1 column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5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✗"/>
              <a:defRPr/>
            </a:lvl1pPr>
            <a:lvl2pPr marL="914400" lvl="1" indent="-368300" rtl="0">
              <a:spcBef>
                <a:spcPts val="1000"/>
              </a:spcBef>
              <a:spcAft>
                <a:spcPts val="0"/>
              </a:spcAft>
              <a:buSzPts val="2200"/>
              <a:buChar char="✗"/>
              <a:defRPr/>
            </a:lvl2pPr>
            <a:lvl3pPr marL="1371600" lvl="2" indent="-368300" rtl="0">
              <a:spcBef>
                <a:spcPts val="10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100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100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100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100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100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1000"/>
              </a:spcBef>
              <a:spcAft>
                <a:spcPts val="100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1" name="Google Shape;61;p5"/>
          <p:cNvSpPr/>
          <p:nvPr/>
        </p:nvSpPr>
        <p:spPr>
          <a:xfrm>
            <a:off x="3215361" y="371192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695254" y="404559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44743" y="409436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578274" y="2957429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53896" y="4607301"/>
            <a:ext cx="851649" cy="155161"/>
          </a:xfrm>
          <a:custGeom>
            <a:avLst/>
            <a:gdLst/>
            <a:ahLst/>
            <a:cxnLst/>
            <a:rect l="l" t="t" r="r" b="b"/>
            <a:pathLst>
              <a:path w="403625" h="73536" extrusionOk="0">
                <a:moveTo>
                  <a:pt x="402034" y="57995"/>
                </a:moveTo>
                <a:cubicBezTo>
                  <a:pt x="349920" y="-4643"/>
                  <a:pt x="347223" y="-12273"/>
                  <a:pt x="293815" y="54948"/>
                </a:cubicBezTo>
                <a:cubicBezTo>
                  <a:pt x="244682" y="-17404"/>
                  <a:pt x="251829" y="2986"/>
                  <a:pt x="191361" y="49225"/>
                </a:cubicBezTo>
                <a:cubicBezTo>
                  <a:pt x="145320" y="-15189"/>
                  <a:pt x="150911" y="-15343"/>
                  <a:pt x="96669" y="42648"/>
                </a:cubicBezTo>
                <a:cubicBezTo>
                  <a:pt x="86321" y="25893"/>
                  <a:pt x="71785" y="12113"/>
                  <a:pt x="54508" y="2657"/>
                </a:cubicBezTo>
                <a:cubicBezTo>
                  <a:pt x="43897" y="-1442"/>
                  <a:pt x="13290" y="41442"/>
                  <a:pt x="2152" y="49554"/>
                </a:cubicBezTo>
                <a:cubicBezTo>
                  <a:pt x="-4644" y="56548"/>
                  <a:pt x="6230" y="65932"/>
                  <a:pt x="12983" y="58982"/>
                </a:cubicBezTo>
                <a:lnTo>
                  <a:pt x="52009" y="18838"/>
                </a:lnTo>
                <a:cubicBezTo>
                  <a:pt x="82462" y="34426"/>
                  <a:pt x="86825" y="72531"/>
                  <a:pt x="100243" y="59552"/>
                </a:cubicBezTo>
                <a:lnTo>
                  <a:pt x="120852" y="38307"/>
                </a:lnTo>
                <a:cubicBezTo>
                  <a:pt x="130455" y="27871"/>
                  <a:pt x="145298" y="3447"/>
                  <a:pt x="155800" y="26621"/>
                </a:cubicBezTo>
                <a:cubicBezTo>
                  <a:pt x="197105" y="84085"/>
                  <a:pt x="181473" y="72663"/>
                  <a:pt x="233785" y="33330"/>
                </a:cubicBezTo>
                <a:cubicBezTo>
                  <a:pt x="249659" y="14036"/>
                  <a:pt x="257223" y="29405"/>
                  <a:pt x="267264" y="44731"/>
                </a:cubicBezTo>
                <a:lnTo>
                  <a:pt x="286843" y="71040"/>
                </a:lnTo>
                <a:cubicBezTo>
                  <a:pt x="300195" y="86058"/>
                  <a:pt x="326855" y="28594"/>
                  <a:pt x="341106" y="23990"/>
                </a:cubicBezTo>
                <a:cubicBezTo>
                  <a:pt x="357462" y="17522"/>
                  <a:pt x="377238" y="56614"/>
                  <a:pt x="389493" y="66611"/>
                </a:cubicBezTo>
                <a:cubicBezTo>
                  <a:pt x="395632" y="73671"/>
                  <a:pt x="408020" y="64945"/>
                  <a:pt x="402034" y="579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half">
  <p:cSld name="TITLE_AND_BODY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chemeClr val="lt1"/>
              </a:gs>
              <a:gs pos="4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6"/>
          <p:cNvSpPr/>
          <p:nvPr/>
        </p:nvSpPr>
        <p:spPr>
          <a:xfrm rot="10800000">
            <a:off x="478120" y="499499"/>
            <a:ext cx="3891580" cy="4389451"/>
          </a:xfrm>
          <a:custGeom>
            <a:avLst/>
            <a:gdLst/>
            <a:ahLst/>
            <a:cxnLst/>
            <a:rect l="l" t="t" r="r" b="b"/>
            <a:pathLst>
              <a:path w="873041" h="513236" extrusionOk="0">
                <a:moveTo>
                  <a:pt x="807026" y="87874"/>
                </a:moveTo>
                <a:cubicBezTo>
                  <a:pt x="687888" y="-12496"/>
                  <a:pt x="94894" y="-27493"/>
                  <a:pt x="35062" y="46020"/>
                </a:cubicBezTo>
                <a:cubicBezTo>
                  <a:pt x="-6967" y="97718"/>
                  <a:pt x="2767" y="252111"/>
                  <a:pt x="1233" y="323344"/>
                </a:cubicBezTo>
                <a:cubicBezTo>
                  <a:pt x="-5849" y="404706"/>
                  <a:pt x="16010" y="492163"/>
                  <a:pt x="108027" y="508036"/>
                </a:cubicBezTo>
                <a:cubicBezTo>
                  <a:pt x="181211" y="520007"/>
                  <a:pt x="256478" y="507488"/>
                  <a:pt x="330298" y="508036"/>
                </a:cubicBezTo>
                <a:cubicBezTo>
                  <a:pt x="482038" y="490497"/>
                  <a:pt x="728667" y="541318"/>
                  <a:pt x="831077" y="410055"/>
                </a:cubicBezTo>
                <a:cubicBezTo>
                  <a:pt x="891479" y="316196"/>
                  <a:pt x="889396" y="168425"/>
                  <a:pt x="807026" y="878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59638" y="371200"/>
            <a:ext cx="3869146" cy="4400299"/>
          </a:xfrm>
          <a:custGeom>
            <a:avLst/>
            <a:gdLst/>
            <a:ahLst/>
            <a:cxnLst/>
            <a:rect l="l" t="t" r="r" b="b"/>
            <a:pathLst>
              <a:path w="1717712" h="1953518" extrusionOk="0">
                <a:moveTo>
                  <a:pt x="1717677" y="1051758"/>
                </a:moveTo>
                <a:cubicBezTo>
                  <a:pt x="1717041" y="813899"/>
                  <a:pt x="1713292" y="575995"/>
                  <a:pt x="1710661" y="338136"/>
                </a:cubicBezTo>
                <a:cubicBezTo>
                  <a:pt x="1721382" y="143007"/>
                  <a:pt x="1668478" y="-11692"/>
                  <a:pt x="1396636" y="695"/>
                </a:cubicBezTo>
                <a:cubicBezTo>
                  <a:pt x="1075945" y="147"/>
                  <a:pt x="626492" y="30556"/>
                  <a:pt x="313102" y="62895"/>
                </a:cubicBezTo>
                <a:cubicBezTo>
                  <a:pt x="228254" y="71248"/>
                  <a:pt x="127029" y="84929"/>
                  <a:pt x="80877" y="166423"/>
                </a:cubicBezTo>
                <a:cubicBezTo>
                  <a:pt x="57506" y="207641"/>
                  <a:pt x="52222" y="256313"/>
                  <a:pt x="47991" y="302574"/>
                </a:cubicBezTo>
                <a:cubicBezTo>
                  <a:pt x="26527" y="536443"/>
                  <a:pt x="5742" y="770773"/>
                  <a:pt x="765" y="1005673"/>
                </a:cubicBezTo>
                <a:cubicBezTo>
                  <a:pt x="-2436" y="1229303"/>
                  <a:pt x="2826" y="1455674"/>
                  <a:pt x="47355" y="1675512"/>
                </a:cubicBezTo>
                <a:cubicBezTo>
                  <a:pt x="105433" y="1930275"/>
                  <a:pt x="294247" y="1910587"/>
                  <a:pt x="507266" y="1924377"/>
                </a:cubicBezTo>
                <a:cubicBezTo>
                  <a:pt x="802152" y="1942663"/>
                  <a:pt x="1097629" y="1958514"/>
                  <a:pt x="1393172" y="1952046"/>
                </a:cubicBezTo>
                <a:cubicBezTo>
                  <a:pt x="1441055" y="1950775"/>
                  <a:pt x="1490210" y="1947420"/>
                  <a:pt x="1535440" y="1930429"/>
                </a:cubicBezTo>
                <a:cubicBezTo>
                  <a:pt x="1677402" y="1878007"/>
                  <a:pt x="1689065" y="1706645"/>
                  <a:pt x="1699874" y="1577005"/>
                </a:cubicBezTo>
                <a:cubicBezTo>
                  <a:pt x="1715068" y="1402398"/>
                  <a:pt x="1718093" y="1226979"/>
                  <a:pt x="1717677" y="1051758"/>
                </a:cubicBezTo>
                <a:close/>
                <a:moveTo>
                  <a:pt x="1684308" y="1587616"/>
                </a:moveTo>
                <a:cubicBezTo>
                  <a:pt x="1671833" y="1818701"/>
                  <a:pt x="1618008" y="1947946"/>
                  <a:pt x="1360789" y="1937861"/>
                </a:cubicBezTo>
                <a:cubicBezTo>
                  <a:pt x="1016574" y="1942663"/>
                  <a:pt x="672358" y="1921374"/>
                  <a:pt x="329042" y="1897608"/>
                </a:cubicBezTo>
                <a:cubicBezTo>
                  <a:pt x="86951" y="1886316"/>
                  <a:pt x="53428" y="1699979"/>
                  <a:pt x="34726" y="1498208"/>
                </a:cubicBezTo>
                <a:cubicBezTo>
                  <a:pt x="-9452" y="1099970"/>
                  <a:pt x="26790" y="698817"/>
                  <a:pt x="62702" y="301390"/>
                </a:cubicBezTo>
                <a:cubicBezTo>
                  <a:pt x="68753" y="111151"/>
                  <a:pt x="183835" y="84798"/>
                  <a:pt x="348357" y="74011"/>
                </a:cubicBezTo>
                <a:cubicBezTo>
                  <a:pt x="645698" y="44939"/>
                  <a:pt x="1089889" y="7404"/>
                  <a:pt x="1389160" y="15363"/>
                </a:cubicBezTo>
                <a:cubicBezTo>
                  <a:pt x="1422529" y="16262"/>
                  <a:pt x="1545876" y="-5817"/>
                  <a:pt x="1635416" y="89906"/>
                </a:cubicBezTo>
                <a:cubicBezTo>
                  <a:pt x="1708337" y="167848"/>
                  <a:pt x="1693692" y="282645"/>
                  <a:pt x="1696388" y="380999"/>
                </a:cubicBezTo>
                <a:cubicBezTo>
                  <a:pt x="1696805" y="783117"/>
                  <a:pt x="1718115" y="1186353"/>
                  <a:pt x="1684242" y="158761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" name="Google Shape;72;p6"/>
          <p:cNvSpPr txBox="1"/>
          <p:nvPr>
            <p:ph type="title"/>
          </p:nvPr>
        </p:nvSpPr>
        <p:spPr>
          <a:xfrm>
            <a:off x="883375" y="1004988"/>
            <a:ext cx="2879400" cy="951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type="body" idx="1"/>
          </p:nvPr>
        </p:nvSpPr>
        <p:spPr>
          <a:xfrm>
            <a:off x="883525" y="2078413"/>
            <a:ext cx="2879400" cy="20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000"/>
            </a:lvl1pPr>
            <a:lvl2pPr marL="914400" lvl="1" indent="-355600" rtl="0">
              <a:spcBef>
                <a:spcPts val="1000"/>
              </a:spcBef>
              <a:spcAft>
                <a:spcPts val="0"/>
              </a:spcAft>
              <a:buSzPts val="2000"/>
              <a:buChar char="✗"/>
              <a:defRPr sz="2000"/>
            </a:lvl2pPr>
            <a:lvl3pPr marL="1371600" lvl="2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4" name="Google Shape;74;p6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5" name="Google Shape;75;p6"/>
          <p:cNvSpPr/>
          <p:nvPr/>
        </p:nvSpPr>
        <p:spPr>
          <a:xfrm rot="5400000">
            <a:off x="3614542" y="2581686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6"/>
          <p:cNvSpPr/>
          <p:nvPr/>
        </p:nvSpPr>
        <p:spPr>
          <a:xfrm rot="5400000">
            <a:off x="4155556" y="3522879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6"/>
          <p:cNvSpPr/>
          <p:nvPr/>
        </p:nvSpPr>
        <p:spPr>
          <a:xfrm rot="10800000">
            <a:off x="542537" y="4490175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6"/>
          <p:cNvSpPr/>
          <p:nvPr/>
        </p:nvSpPr>
        <p:spPr>
          <a:xfrm rot="5130764">
            <a:off x="247642" y="411835"/>
            <a:ext cx="745888" cy="775329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994774" y="300554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495696" y="4628071"/>
            <a:ext cx="851649" cy="155161"/>
          </a:xfrm>
          <a:custGeom>
            <a:avLst/>
            <a:gdLst/>
            <a:ahLst/>
            <a:cxnLst/>
            <a:rect l="l" t="t" r="r" b="b"/>
            <a:pathLst>
              <a:path w="403625" h="73536" extrusionOk="0">
                <a:moveTo>
                  <a:pt x="402034" y="57995"/>
                </a:moveTo>
                <a:cubicBezTo>
                  <a:pt x="349920" y="-4643"/>
                  <a:pt x="347223" y="-12273"/>
                  <a:pt x="293815" y="54948"/>
                </a:cubicBezTo>
                <a:cubicBezTo>
                  <a:pt x="244682" y="-17404"/>
                  <a:pt x="251829" y="2986"/>
                  <a:pt x="191361" y="49225"/>
                </a:cubicBezTo>
                <a:cubicBezTo>
                  <a:pt x="145320" y="-15189"/>
                  <a:pt x="150911" y="-15343"/>
                  <a:pt x="96669" y="42648"/>
                </a:cubicBezTo>
                <a:cubicBezTo>
                  <a:pt x="86321" y="25893"/>
                  <a:pt x="71785" y="12113"/>
                  <a:pt x="54508" y="2657"/>
                </a:cubicBezTo>
                <a:cubicBezTo>
                  <a:pt x="43897" y="-1442"/>
                  <a:pt x="13290" y="41442"/>
                  <a:pt x="2152" y="49554"/>
                </a:cubicBezTo>
                <a:cubicBezTo>
                  <a:pt x="-4644" y="56548"/>
                  <a:pt x="6230" y="65932"/>
                  <a:pt x="12983" y="58982"/>
                </a:cubicBezTo>
                <a:lnTo>
                  <a:pt x="52009" y="18838"/>
                </a:lnTo>
                <a:cubicBezTo>
                  <a:pt x="82462" y="34426"/>
                  <a:pt x="86825" y="72531"/>
                  <a:pt x="100243" y="59552"/>
                </a:cubicBezTo>
                <a:lnTo>
                  <a:pt x="120852" y="38307"/>
                </a:lnTo>
                <a:cubicBezTo>
                  <a:pt x="130455" y="27871"/>
                  <a:pt x="145298" y="3447"/>
                  <a:pt x="155800" y="26621"/>
                </a:cubicBezTo>
                <a:cubicBezTo>
                  <a:pt x="197105" y="84085"/>
                  <a:pt x="181473" y="72663"/>
                  <a:pt x="233785" y="33330"/>
                </a:cubicBezTo>
                <a:cubicBezTo>
                  <a:pt x="249659" y="14036"/>
                  <a:pt x="257223" y="29405"/>
                  <a:pt x="267264" y="44731"/>
                </a:cubicBezTo>
                <a:lnTo>
                  <a:pt x="286843" y="71040"/>
                </a:lnTo>
                <a:cubicBezTo>
                  <a:pt x="300195" y="86058"/>
                  <a:pt x="326855" y="28594"/>
                  <a:pt x="341106" y="23990"/>
                </a:cubicBezTo>
                <a:cubicBezTo>
                  <a:pt x="357462" y="17522"/>
                  <a:pt x="377238" y="56614"/>
                  <a:pt x="389493" y="66611"/>
                </a:cubicBezTo>
                <a:cubicBezTo>
                  <a:pt x="395632" y="73671"/>
                  <a:pt x="408020" y="64945"/>
                  <a:pt x="402034" y="579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6"/>
          <p:cNvSpPr/>
          <p:nvPr/>
        </p:nvSpPr>
        <p:spPr>
          <a:xfrm rot="10800000">
            <a:off x="545766" y="4680253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7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type="body" idx="1"/>
          </p:nvPr>
        </p:nvSpPr>
        <p:spPr>
          <a:xfrm>
            <a:off x="1188175" y="1506350"/>
            <a:ext cx="3002700" cy="27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000"/>
            </a:lvl1pPr>
            <a:lvl2pPr marL="914400" lvl="1" indent="-355600" rtl="0">
              <a:spcBef>
                <a:spcPts val="1000"/>
              </a:spcBef>
              <a:spcAft>
                <a:spcPts val="0"/>
              </a:spcAft>
              <a:buSzPts val="2000"/>
              <a:buChar char="✗"/>
              <a:defRPr sz="2000"/>
            </a:lvl2pPr>
            <a:lvl3pPr marL="1371600" lvl="2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88" name="Google Shape;88;p7"/>
          <p:cNvSpPr txBox="1"/>
          <p:nvPr>
            <p:ph type="body" idx="2"/>
          </p:nvPr>
        </p:nvSpPr>
        <p:spPr>
          <a:xfrm>
            <a:off x="4611864" y="1506350"/>
            <a:ext cx="3002700" cy="27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000"/>
            </a:lvl1pPr>
            <a:lvl2pPr marL="914400" lvl="1" indent="-355600" rtl="0">
              <a:spcBef>
                <a:spcPts val="1000"/>
              </a:spcBef>
              <a:spcAft>
                <a:spcPts val="0"/>
              </a:spcAft>
              <a:buSzPts val="2000"/>
              <a:buChar char="✗"/>
              <a:defRPr sz="2000"/>
            </a:lvl2pPr>
            <a:lvl3pPr marL="1371600" lvl="2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10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10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10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89" name="Google Shape;89;p7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0" name="Google Shape;90;p7"/>
          <p:cNvSpPr/>
          <p:nvPr/>
        </p:nvSpPr>
        <p:spPr>
          <a:xfrm>
            <a:off x="8138824" y="237026"/>
            <a:ext cx="739006" cy="927984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547668" y="2847045"/>
            <a:ext cx="262123" cy="231108"/>
          </a:xfrm>
          <a:custGeom>
            <a:avLst/>
            <a:gdLst/>
            <a:ahLst/>
            <a:cxnLst/>
            <a:rect l="l" t="t" r="r" b="b"/>
            <a:pathLst>
              <a:path w="124229" h="109530" extrusionOk="0">
                <a:moveTo>
                  <a:pt x="79291" y="1720"/>
                </a:moveTo>
                <a:cubicBezTo>
                  <a:pt x="8212" y="-15360"/>
                  <a:pt x="-40965" y="100205"/>
                  <a:pt x="47829" y="108799"/>
                </a:cubicBezTo>
                <a:cubicBezTo>
                  <a:pt x="119983" y="119191"/>
                  <a:pt x="160785" y="15554"/>
                  <a:pt x="79291" y="1720"/>
                </a:cubicBezTo>
                <a:close/>
                <a:moveTo>
                  <a:pt x="106609" y="64095"/>
                </a:moveTo>
                <a:cubicBezTo>
                  <a:pt x="93827" y="96675"/>
                  <a:pt x="39761" y="106168"/>
                  <a:pt x="18275" y="78083"/>
                </a:cubicBezTo>
                <a:cubicBezTo>
                  <a:pt x="2292" y="46095"/>
                  <a:pt x="38489" y="11651"/>
                  <a:pt x="70390" y="15247"/>
                </a:cubicBezTo>
                <a:cubicBezTo>
                  <a:pt x="97620" y="15401"/>
                  <a:pt x="116651" y="36974"/>
                  <a:pt x="106609" y="640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426766" y="4724706"/>
            <a:ext cx="888148" cy="61490"/>
          </a:xfrm>
          <a:custGeom>
            <a:avLst/>
            <a:gdLst/>
            <a:ahLst/>
            <a:cxnLst/>
            <a:rect l="l" t="t" r="r" b="b"/>
            <a:pathLst>
              <a:path w="420923" h="29142" extrusionOk="0">
                <a:moveTo>
                  <a:pt x="413489" y="13189"/>
                </a:moveTo>
                <a:cubicBezTo>
                  <a:pt x="278455" y="16526"/>
                  <a:pt x="143334" y="12132"/>
                  <a:pt x="8805" y="34"/>
                </a:cubicBezTo>
                <a:cubicBezTo>
                  <a:pt x="-293" y="-799"/>
                  <a:pt x="-3933" y="13847"/>
                  <a:pt x="5670" y="14702"/>
                </a:cubicBezTo>
                <a:cubicBezTo>
                  <a:pt x="141449" y="26940"/>
                  <a:pt x="277798" y="31404"/>
                  <a:pt x="414081" y="28076"/>
                </a:cubicBezTo>
                <a:cubicBezTo>
                  <a:pt x="423377" y="27769"/>
                  <a:pt x="423223" y="12970"/>
                  <a:pt x="413489" y="1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368771" y="4755508"/>
            <a:ext cx="86890" cy="31179"/>
          </a:xfrm>
          <a:custGeom>
            <a:avLst/>
            <a:gdLst/>
            <a:ahLst/>
            <a:cxnLst/>
            <a:rect l="l" t="t" r="r" b="b"/>
            <a:pathLst>
              <a:path w="41180" h="14777" extrusionOk="0">
                <a:moveTo>
                  <a:pt x="33693" y="0"/>
                </a:moveTo>
                <a:lnTo>
                  <a:pt x="6835" y="0"/>
                </a:lnTo>
                <a:cubicBezTo>
                  <a:pt x="-2461" y="0"/>
                  <a:pt x="-2286" y="14777"/>
                  <a:pt x="7427" y="14777"/>
                </a:cubicBezTo>
                <a:lnTo>
                  <a:pt x="34307" y="14777"/>
                </a:lnTo>
                <a:cubicBezTo>
                  <a:pt x="43669" y="14777"/>
                  <a:pt x="43471" y="0"/>
                  <a:pt x="336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538652" y="4755173"/>
            <a:ext cx="299728" cy="40681"/>
          </a:xfrm>
          <a:custGeom>
            <a:avLst/>
            <a:gdLst/>
            <a:ahLst/>
            <a:cxnLst/>
            <a:rect l="l" t="t" r="r" b="b"/>
            <a:pathLst>
              <a:path w="142051" h="19280" extrusionOk="0">
                <a:moveTo>
                  <a:pt x="136384" y="4500"/>
                </a:moveTo>
                <a:lnTo>
                  <a:pt x="8783" y="5"/>
                </a:lnTo>
                <a:cubicBezTo>
                  <a:pt x="-272" y="-323"/>
                  <a:pt x="-3933" y="14344"/>
                  <a:pt x="5648" y="14695"/>
                </a:cubicBezTo>
                <a:lnTo>
                  <a:pt x="133227" y="19277"/>
                </a:lnTo>
                <a:cubicBezTo>
                  <a:pt x="142282" y="19518"/>
                  <a:pt x="146031" y="4851"/>
                  <a:pt x="136384" y="450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25536" y="1027644"/>
            <a:ext cx="113330" cy="954049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57001" y="1121076"/>
            <a:ext cx="80437" cy="399039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2" name="Google Shape;102;p8"/>
          <p:cNvSpPr txBox="1"/>
          <p:nvPr>
            <p:ph type="body" idx="1"/>
          </p:nvPr>
        </p:nvSpPr>
        <p:spPr>
          <a:xfrm>
            <a:off x="1188175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03" name="Google Shape;103;p8"/>
          <p:cNvSpPr txBox="1"/>
          <p:nvPr>
            <p:ph type="body" idx="2"/>
          </p:nvPr>
        </p:nvSpPr>
        <p:spPr>
          <a:xfrm>
            <a:off x="3400388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04" name="Google Shape;104;p8"/>
          <p:cNvSpPr txBox="1"/>
          <p:nvPr>
            <p:ph type="body" idx="3"/>
          </p:nvPr>
        </p:nvSpPr>
        <p:spPr>
          <a:xfrm>
            <a:off x="5612601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05" name="Google Shape;105;p8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6" name="Google Shape;106;p8"/>
          <p:cNvSpPr/>
          <p:nvPr/>
        </p:nvSpPr>
        <p:spPr>
          <a:xfrm rot="10338673">
            <a:off x="8747978" y="1166276"/>
            <a:ext cx="113410" cy="95472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8"/>
          <p:cNvSpPr/>
          <p:nvPr/>
        </p:nvSpPr>
        <p:spPr>
          <a:xfrm rot="10338673">
            <a:off x="8873347" y="1615232"/>
            <a:ext cx="80494" cy="39932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3152266" y="381106"/>
            <a:ext cx="888148" cy="61490"/>
          </a:xfrm>
          <a:custGeom>
            <a:avLst/>
            <a:gdLst/>
            <a:ahLst/>
            <a:cxnLst/>
            <a:rect l="l" t="t" r="r" b="b"/>
            <a:pathLst>
              <a:path w="420923" h="29142" extrusionOk="0">
                <a:moveTo>
                  <a:pt x="413489" y="13189"/>
                </a:moveTo>
                <a:cubicBezTo>
                  <a:pt x="278455" y="16526"/>
                  <a:pt x="143334" y="12132"/>
                  <a:pt x="8805" y="34"/>
                </a:cubicBezTo>
                <a:cubicBezTo>
                  <a:pt x="-293" y="-799"/>
                  <a:pt x="-3933" y="13847"/>
                  <a:pt x="5670" y="14702"/>
                </a:cubicBezTo>
                <a:cubicBezTo>
                  <a:pt x="141449" y="26940"/>
                  <a:pt x="277798" y="31404"/>
                  <a:pt x="414081" y="28076"/>
                </a:cubicBezTo>
                <a:cubicBezTo>
                  <a:pt x="423377" y="27769"/>
                  <a:pt x="423223" y="12970"/>
                  <a:pt x="413489" y="1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094271" y="411908"/>
            <a:ext cx="86890" cy="31179"/>
          </a:xfrm>
          <a:custGeom>
            <a:avLst/>
            <a:gdLst/>
            <a:ahLst/>
            <a:cxnLst/>
            <a:rect l="l" t="t" r="r" b="b"/>
            <a:pathLst>
              <a:path w="41180" h="14777" extrusionOk="0">
                <a:moveTo>
                  <a:pt x="33693" y="0"/>
                </a:moveTo>
                <a:lnTo>
                  <a:pt x="6835" y="0"/>
                </a:lnTo>
                <a:cubicBezTo>
                  <a:pt x="-2461" y="0"/>
                  <a:pt x="-2286" y="14777"/>
                  <a:pt x="7427" y="14777"/>
                </a:cubicBezTo>
                <a:lnTo>
                  <a:pt x="34307" y="14777"/>
                </a:lnTo>
                <a:cubicBezTo>
                  <a:pt x="43669" y="14777"/>
                  <a:pt x="43471" y="0"/>
                  <a:pt x="336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264152" y="411573"/>
            <a:ext cx="299728" cy="40681"/>
          </a:xfrm>
          <a:custGeom>
            <a:avLst/>
            <a:gdLst/>
            <a:ahLst/>
            <a:cxnLst/>
            <a:rect l="l" t="t" r="r" b="b"/>
            <a:pathLst>
              <a:path w="142051" h="19280" extrusionOk="0">
                <a:moveTo>
                  <a:pt x="136384" y="4500"/>
                </a:moveTo>
                <a:lnTo>
                  <a:pt x="8783" y="5"/>
                </a:lnTo>
                <a:cubicBezTo>
                  <a:pt x="-272" y="-323"/>
                  <a:pt x="-3933" y="14344"/>
                  <a:pt x="5648" y="14695"/>
                </a:cubicBezTo>
                <a:lnTo>
                  <a:pt x="133227" y="19277"/>
                </a:lnTo>
                <a:cubicBezTo>
                  <a:pt x="142282" y="19518"/>
                  <a:pt x="146031" y="4851"/>
                  <a:pt x="136384" y="450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8"/>
          <p:cNvSpPr/>
          <p:nvPr/>
        </p:nvSpPr>
        <p:spPr>
          <a:xfrm rot="5534346">
            <a:off x="22341" y="3409311"/>
            <a:ext cx="681569" cy="214495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092030" y="4766054"/>
            <a:ext cx="880619" cy="47277"/>
          </a:xfrm>
          <a:custGeom>
            <a:avLst/>
            <a:gdLst/>
            <a:ahLst/>
            <a:cxnLst/>
            <a:rect l="l" t="t" r="r" b="b"/>
            <a:pathLst>
              <a:path w="417355" h="22406" extrusionOk="0">
                <a:moveTo>
                  <a:pt x="409929" y="3189"/>
                </a:moveTo>
                <a:lnTo>
                  <a:pt x="209122" y="5951"/>
                </a:lnTo>
                <a:cubicBezTo>
                  <a:pt x="142580" y="6872"/>
                  <a:pt x="74658" y="11476"/>
                  <a:pt x="8775" y="119"/>
                </a:cubicBezTo>
                <a:cubicBezTo>
                  <a:pt x="-302" y="-1459"/>
                  <a:pt x="-3897" y="13142"/>
                  <a:pt x="5618" y="14787"/>
                </a:cubicBezTo>
                <a:cubicBezTo>
                  <a:pt x="71391" y="26122"/>
                  <a:pt x="139029" y="21715"/>
                  <a:pt x="205351" y="20794"/>
                </a:cubicBezTo>
                <a:lnTo>
                  <a:pt x="410521" y="17966"/>
                </a:lnTo>
                <a:cubicBezTo>
                  <a:pt x="419817" y="17747"/>
                  <a:pt x="419641" y="2969"/>
                  <a:pt x="409929" y="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67384" y="4872362"/>
            <a:ext cx="285390" cy="35142"/>
          </a:xfrm>
          <a:custGeom>
            <a:avLst/>
            <a:gdLst/>
            <a:ahLst/>
            <a:cxnLst/>
            <a:rect l="l" t="t" r="r" b="b"/>
            <a:pathLst>
              <a:path w="135256" h="16655" extrusionOk="0">
                <a:moveTo>
                  <a:pt x="129610" y="810"/>
                </a:moveTo>
                <a:cubicBezTo>
                  <a:pt x="88677" y="-549"/>
                  <a:pt x="47766" y="-198"/>
                  <a:pt x="6832" y="1863"/>
                </a:cubicBezTo>
                <a:cubicBezTo>
                  <a:pt x="-2442" y="2345"/>
                  <a:pt x="-2310" y="17210"/>
                  <a:pt x="7446" y="16640"/>
                </a:cubicBezTo>
                <a:cubicBezTo>
                  <a:pt x="47130" y="14601"/>
                  <a:pt x="86835" y="14228"/>
                  <a:pt x="126562" y="15478"/>
                </a:cubicBezTo>
                <a:cubicBezTo>
                  <a:pt x="135507" y="15785"/>
                  <a:pt x="139191" y="1117"/>
                  <a:pt x="129610" y="81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20" name="Google Shape;120;p9"/>
          <p:cNvSpPr/>
          <p:nvPr/>
        </p:nvSpPr>
        <p:spPr>
          <a:xfrm>
            <a:off x="325536" y="1027644"/>
            <a:ext cx="113330" cy="954049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257001" y="1121076"/>
            <a:ext cx="80437" cy="399039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2910561" y="377935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390454" y="411302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44743" y="409436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8624662" y="1757104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654424" y="4555495"/>
            <a:ext cx="681049" cy="214332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42525" y="4216625"/>
            <a:ext cx="5890324" cy="562639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0"/>
          <p:cNvSpPr txBox="1"/>
          <p:nvPr>
            <p:ph type="body" idx="1"/>
          </p:nvPr>
        </p:nvSpPr>
        <p:spPr>
          <a:xfrm>
            <a:off x="823076" y="4261808"/>
            <a:ext cx="5522700" cy="39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134" name="Google Shape;134;p10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5" name="Google Shape;135;p10"/>
          <p:cNvSpPr/>
          <p:nvPr/>
        </p:nvSpPr>
        <p:spPr>
          <a:xfrm rot="5400000">
            <a:off x="312168" y="30461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10"/>
          <p:cNvSpPr/>
          <p:nvPr/>
        </p:nvSpPr>
        <p:spPr>
          <a:xfrm rot="-9525180">
            <a:off x="252849" y="4358394"/>
            <a:ext cx="290510" cy="231333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10"/>
          <p:cNvSpPr/>
          <p:nvPr/>
        </p:nvSpPr>
        <p:spPr>
          <a:xfrm rot="-9525180">
            <a:off x="217769" y="4512917"/>
            <a:ext cx="132490" cy="91286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0"/>
          <p:cNvSpPr/>
          <p:nvPr/>
        </p:nvSpPr>
        <p:spPr>
          <a:xfrm rot="-167066">
            <a:off x="4934240" y="363639"/>
            <a:ext cx="888144" cy="61489"/>
          </a:xfrm>
          <a:custGeom>
            <a:avLst/>
            <a:gdLst/>
            <a:ahLst/>
            <a:cxnLst/>
            <a:rect l="l" t="t" r="r" b="b"/>
            <a:pathLst>
              <a:path w="420923" h="29142" extrusionOk="0">
                <a:moveTo>
                  <a:pt x="413489" y="13189"/>
                </a:moveTo>
                <a:cubicBezTo>
                  <a:pt x="278455" y="16526"/>
                  <a:pt x="143334" y="12132"/>
                  <a:pt x="8805" y="34"/>
                </a:cubicBezTo>
                <a:cubicBezTo>
                  <a:pt x="-293" y="-799"/>
                  <a:pt x="-3933" y="13847"/>
                  <a:pt x="5670" y="14702"/>
                </a:cubicBezTo>
                <a:cubicBezTo>
                  <a:pt x="141449" y="26940"/>
                  <a:pt x="277798" y="31404"/>
                  <a:pt x="414081" y="28076"/>
                </a:cubicBezTo>
                <a:cubicBezTo>
                  <a:pt x="423377" y="27769"/>
                  <a:pt x="423223" y="12970"/>
                  <a:pt x="413489" y="1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0"/>
          <p:cNvSpPr/>
          <p:nvPr/>
        </p:nvSpPr>
        <p:spPr>
          <a:xfrm rot="-167066">
            <a:off x="5876367" y="368207"/>
            <a:ext cx="86889" cy="31179"/>
          </a:xfrm>
          <a:custGeom>
            <a:avLst/>
            <a:gdLst/>
            <a:ahLst/>
            <a:cxnLst/>
            <a:rect l="l" t="t" r="r" b="b"/>
            <a:pathLst>
              <a:path w="41180" h="14777" extrusionOk="0">
                <a:moveTo>
                  <a:pt x="33693" y="0"/>
                </a:moveTo>
                <a:lnTo>
                  <a:pt x="6835" y="0"/>
                </a:lnTo>
                <a:cubicBezTo>
                  <a:pt x="-2461" y="0"/>
                  <a:pt x="-2286" y="14777"/>
                  <a:pt x="7427" y="14777"/>
                </a:cubicBezTo>
                <a:lnTo>
                  <a:pt x="34307" y="14777"/>
                </a:lnTo>
                <a:cubicBezTo>
                  <a:pt x="43669" y="14777"/>
                  <a:pt x="43471" y="0"/>
                  <a:pt x="336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0"/>
          <p:cNvSpPr/>
          <p:nvPr/>
        </p:nvSpPr>
        <p:spPr>
          <a:xfrm rot="-167066">
            <a:off x="6046138" y="354459"/>
            <a:ext cx="299726" cy="40681"/>
          </a:xfrm>
          <a:custGeom>
            <a:avLst/>
            <a:gdLst/>
            <a:ahLst/>
            <a:cxnLst/>
            <a:rect l="l" t="t" r="r" b="b"/>
            <a:pathLst>
              <a:path w="142051" h="19280" extrusionOk="0">
                <a:moveTo>
                  <a:pt x="136384" y="4500"/>
                </a:moveTo>
                <a:lnTo>
                  <a:pt x="8783" y="5"/>
                </a:lnTo>
                <a:cubicBezTo>
                  <a:pt x="-272" y="-323"/>
                  <a:pt x="-3933" y="14344"/>
                  <a:pt x="5648" y="14695"/>
                </a:cubicBezTo>
                <a:lnTo>
                  <a:pt x="133227" y="19277"/>
                </a:lnTo>
                <a:cubicBezTo>
                  <a:pt x="142282" y="19518"/>
                  <a:pt x="146031" y="4851"/>
                  <a:pt x="136384" y="450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0"/>
          <p:cNvSpPr/>
          <p:nvPr/>
        </p:nvSpPr>
        <p:spPr>
          <a:xfrm rot="5400000">
            <a:off x="8280263" y="2495763"/>
            <a:ext cx="850640" cy="154977"/>
          </a:xfrm>
          <a:custGeom>
            <a:avLst/>
            <a:gdLst/>
            <a:ahLst/>
            <a:cxnLst/>
            <a:rect l="l" t="t" r="r" b="b"/>
            <a:pathLst>
              <a:path w="403625" h="73536" extrusionOk="0">
                <a:moveTo>
                  <a:pt x="402034" y="57995"/>
                </a:moveTo>
                <a:cubicBezTo>
                  <a:pt x="349920" y="-4643"/>
                  <a:pt x="347223" y="-12273"/>
                  <a:pt x="293815" y="54948"/>
                </a:cubicBezTo>
                <a:cubicBezTo>
                  <a:pt x="244682" y="-17404"/>
                  <a:pt x="251829" y="2986"/>
                  <a:pt x="191361" y="49225"/>
                </a:cubicBezTo>
                <a:cubicBezTo>
                  <a:pt x="145320" y="-15189"/>
                  <a:pt x="150911" y="-15343"/>
                  <a:pt x="96669" y="42648"/>
                </a:cubicBezTo>
                <a:cubicBezTo>
                  <a:pt x="86321" y="25893"/>
                  <a:pt x="71785" y="12113"/>
                  <a:pt x="54508" y="2657"/>
                </a:cubicBezTo>
                <a:cubicBezTo>
                  <a:pt x="43897" y="-1442"/>
                  <a:pt x="13290" y="41442"/>
                  <a:pt x="2152" y="49554"/>
                </a:cubicBezTo>
                <a:cubicBezTo>
                  <a:pt x="-4644" y="56548"/>
                  <a:pt x="6230" y="65932"/>
                  <a:pt x="12983" y="58982"/>
                </a:cubicBezTo>
                <a:lnTo>
                  <a:pt x="52009" y="18838"/>
                </a:lnTo>
                <a:cubicBezTo>
                  <a:pt x="82462" y="34426"/>
                  <a:pt x="86825" y="72531"/>
                  <a:pt x="100243" y="59552"/>
                </a:cubicBezTo>
                <a:lnTo>
                  <a:pt x="120852" y="38307"/>
                </a:lnTo>
                <a:cubicBezTo>
                  <a:pt x="130455" y="27871"/>
                  <a:pt x="145298" y="3447"/>
                  <a:pt x="155800" y="26621"/>
                </a:cubicBezTo>
                <a:cubicBezTo>
                  <a:pt x="197105" y="84085"/>
                  <a:pt x="181473" y="72663"/>
                  <a:pt x="233785" y="33330"/>
                </a:cubicBezTo>
                <a:cubicBezTo>
                  <a:pt x="249659" y="14036"/>
                  <a:pt x="257223" y="29405"/>
                  <a:pt x="267264" y="44731"/>
                </a:cubicBezTo>
                <a:lnTo>
                  <a:pt x="286843" y="71040"/>
                </a:lnTo>
                <a:cubicBezTo>
                  <a:pt x="300195" y="86058"/>
                  <a:pt x="326855" y="28594"/>
                  <a:pt x="341106" y="23990"/>
                </a:cubicBezTo>
                <a:cubicBezTo>
                  <a:pt x="357462" y="17522"/>
                  <a:pt x="377238" y="56614"/>
                  <a:pt x="389493" y="66611"/>
                </a:cubicBezTo>
                <a:cubicBezTo>
                  <a:pt x="395632" y="73671"/>
                  <a:pt x="408020" y="64945"/>
                  <a:pt x="402034" y="579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- Light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4" name="Google Shape;144;p11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1"/>
          <p:cNvSpPr/>
          <p:nvPr/>
        </p:nvSpPr>
        <p:spPr>
          <a:xfrm rot="-5673298">
            <a:off x="2374092" y="4308014"/>
            <a:ext cx="113285" cy="95367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1"/>
          <p:cNvSpPr/>
          <p:nvPr/>
        </p:nvSpPr>
        <p:spPr>
          <a:xfrm rot="-5673298">
            <a:off x="2213926" y="4684679"/>
            <a:ext cx="80405" cy="39888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5590150" y="299125"/>
            <a:ext cx="540251" cy="2642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31162" y="1999469"/>
            <a:ext cx="211591" cy="267962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8564788" y="3584529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1"/>
          <p:cNvSpPr/>
          <p:nvPr/>
        </p:nvSpPr>
        <p:spPr>
          <a:xfrm rot="5069525">
            <a:off x="7853134" y="3741816"/>
            <a:ext cx="814157" cy="1022353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1"/>
          <p:cNvSpPr/>
          <p:nvPr/>
        </p:nvSpPr>
        <p:spPr>
          <a:xfrm rot="5400000">
            <a:off x="305418" y="30461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">
  <p:cSld name="BLANK_1">
    <p:bg>
      <p:bgPr>
        <a:solidFill>
          <a:schemeClr val="dk1"/>
        </a:solidFill>
        <a:effectLst/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2"/>
                </a:solidFill>
              </a:defRPr>
            </a:lvl1pPr>
            <a:lvl2pPr lvl="1" rtl="0">
              <a:buNone/>
              <a:defRPr>
                <a:solidFill>
                  <a:schemeClr val="lt2"/>
                </a:solidFill>
              </a:defRPr>
            </a:lvl2pPr>
            <a:lvl3pPr lvl="2" rtl="0">
              <a:buNone/>
              <a:defRPr>
                <a:solidFill>
                  <a:schemeClr val="lt2"/>
                </a:solidFill>
              </a:defRPr>
            </a:lvl3pPr>
            <a:lvl4pPr lvl="3" rtl="0">
              <a:buNone/>
              <a:defRPr>
                <a:solidFill>
                  <a:schemeClr val="lt2"/>
                </a:solidFill>
              </a:defRPr>
            </a:lvl4pPr>
            <a:lvl5pPr lvl="4" rtl="0">
              <a:buNone/>
              <a:defRPr>
                <a:solidFill>
                  <a:schemeClr val="lt2"/>
                </a:solidFill>
              </a:defRPr>
            </a:lvl5pPr>
            <a:lvl6pPr lvl="5" rtl="0">
              <a:buNone/>
              <a:defRPr>
                <a:solidFill>
                  <a:schemeClr val="lt2"/>
                </a:solidFill>
              </a:defRPr>
            </a:lvl6pPr>
            <a:lvl7pPr lvl="6" rtl="0">
              <a:buNone/>
              <a:defRPr>
                <a:solidFill>
                  <a:schemeClr val="lt2"/>
                </a:solidFill>
              </a:defRPr>
            </a:lvl7pPr>
            <a:lvl8pPr lvl="7" rtl="0">
              <a:buNone/>
              <a:defRPr>
                <a:solidFill>
                  <a:schemeClr val="lt2"/>
                </a:solidFill>
              </a:defRPr>
            </a:lvl8pPr>
            <a:lvl9pPr lvl="8" rtl="0">
              <a:buNone/>
              <a:defRPr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56" name="Google Shape;156;p12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2"/>
          <p:cNvSpPr/>
          <p:nvPr/>
        </p:nvSpPr>
        <p:spPr>
          <a:xfrm rot="-5673298">
            <a:off x="2374092" y="4308014"/>
            <a:ext cx="113285" cy="95367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2"/>
          <p:cNvSpPr/>
          <p:nvPr/>
        </p:nvSpPr>
        <p:spPr>
          <a:xfrm rot="-5673298">
            <a:off x="2213926" y="4684679"/>
            <a:ext cx="80405" cy="39888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590150" y="299125"/>
            <a:ext cx="540251" cy="2642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331162" y="1999469"/>
            <a:ext cx="211591" cy="267962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8564788" y="3584529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2"/>
          <p:cNvSpPr/>
          <p:nvPr/>
        </p:nvSpPr>
        <p:spPr>
          <a:xfrm rot="5069525">
            <a:off x="7853134" y="3741816"/>
            <a:ext cx="814157" cy="1022353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2"/>
          <p:cNvSpPr/>
          <p:nvPr/>
        </p:nvSpPr>
        <p:spPr>
          <a:xfrm rot="5400000">
            <a:off x="305418" y="30461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Half">
  <p:cSld name="BLANK_1_1">
    <p:bg>
      <p:bgPr>
        <a:solidFill>
          <a:schemeClr val="lt1"/>
        </a:solidFill>
        <a:effectLst/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 rot="-1760302">
            <a:off x="4588400" y="637136"/>
            <a:ext cx="4206636" cy="4111947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3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4377287" y="431563"/>
            <a:ext cx="4360802" cy="4280374"/>
            <a:chOff x="576654" y="555403"/>
            <a:chExt cx="3865959" cy="3794658"/>
          </a:xfrm>
        </p:grpSpPr>
        <p:sp>
          <p:nvSpPr>
            <p:cNvPr id="170" name="Google Shape;170;p13"/>
            <p:cNvSpPr/>
            <p:nvPr/>
          </p:nvSpPr>
          <p:spPr>
            <a:xfrm>
              <a:off x="619289" y="555403"/>
              <a:ext cx="3823324" cy="3794658"/>
            </a:xfrm>
            <a:custGeom>
              <a:avLst/>
              <a:gdLst/>
              <a:ahLst/>
              <a:cxnLst/>
              <a:rect l="l" t="t" r="r" b="b"/>
              <a:pathLst>
                <a:path w="1812002" h="1798416" extrusionOk="0">
                  <a:moveTo>
                    <a:pt x="1803580" y="754533"/>
                  </a:moveTo>
                  <a:cubicBezTo>
                    <a:pt x="1755126" y="365965"/>
                    <a:pt x="1420404" y="43389"/>
                    <a:pt x="1031243" y="5415"/>
                  </a:cubicBezTo>
                  <a:cubicBezTo>
                    <a:pt x="982060" y="-66"/>
                    <a:pt x="932504" y="-1381"/>
                    <a:pt x="883099" y="1447"/>
                  </a:cubicBezTo>
                  <a:cubicBezTo>
                    <a:pt x="873803" y="1973"/>
                    <a:pt x="873957" y="16794"/>
                    <a:pt x="883691" y="16246"/>
                  </a:cubicBezTo>
                  <a:cubicBezTo>
                    <a:pt x="1757494" y="-18263"/>
                    <a:pt x="2121442" y="1058868"/>
                    <a:pt x="1445508" y="1590605"/>
                  </a:cubicBezTo>
                  <a:cubicBezTo>
                    <a:pt x="1154174" y="1812547"/>
                    <a:pt x="730088" y="1849314"/>
                    <a:pt x="411765" y="1663262"/>
                  </a:cubicBezTo>
                  <a:cubicBezTo>
                    <a:pt x="67769" y="1470874"/>
                    <a:pt x="-50821" y="1022824"/>
                    <a:pt x="50843" y="658548"/>
                  </a:cubicBezTo>
                  <a:cubicBezTo>
                    <a:pt x="145996" y="257328"/>
                    <a:pt x="571617" y="-46393"/>
                    <a:pt x="981233" y="77876"/>
                  </a:cubicBezTo>
                  <a:cubicBezTo>
                    <a:pt x="990003" y="80529"/>
                    <a:pt x="993533" y="65949"/>
                    <a:pt x="984391" y="63186"/>
                  </a:cubicBezTo>
                  <a:cubicBezTo>
                    <a:pt x="621232" y="-46436"/>
                    <a:pt x="223477" y="180680"/>
                    <a:pt x="83292" y="523010"/>
                  </a:cubicBezTo>
                  <a:cubicBezTo>
                    <a:pt x="-163184" y="1097697"/>
                    <a:pt x="154152" y="1768368"/>
                    <a:pt x="813533" y="1796542"/>
                  </a:cubicBezTo>
                  <a:cubicBezTo>
                    <a:pt x="1393503" y="1832827"/>
                    <a:pt x="1882662" y="1337310"/>
                    <a:pt x="1803580" y="7545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576654" y="3067330"/>
              <a:ext cx="620488" cy="986037"/>
            </a:xfrm>
            <a:custGeom>
              <a:avLst/>
              <a:gdLst/>
              <a:ahLst/>
              <a:cxnLst/>
              <a:rect l="l" t="t" r="r" b="b"/>
              <a:pathLst>
                <a:path w="294070" h="467316" extrusionOk="0">
                  <a:moveTo>
                    <a:pt x="291610" y="454155"/>
                  </a:moveTo>
                  <a:cubicBezTo>
                    <a:pt x="153814" y="339512"/>
                    <a:pt x="54825" y="179550"/>
                    <a:pt x="14308" y="4834"/>
                  </a:cubicBezTo>
                  <a:cubicBezTo>
                    <a:pt x="12116" y="-4528"/>
                    <a:pt x="-1872" y="1084"/>
                    <a:pt x="211" y="10007"/>
                  </a:cubicBezTo>
                  <a:cubicBezTo>
                    <a:pt x="42374" y="188276"/>
                    <a:pt x="141091" y="348128"/>
                    <a:pt x="281612" y="465666"/>
                  </a:cubicBezTo>
                  <a:cubicBezTo>
                    <a:pt x="288760" y="471585"/>
                    <a:pt x="298757" y="460141"/>
                    <a:pt x="291610" y="454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625052" y="3542878"/>
              <a:ext cx="246686" cy="335935"/>
            </a:xfrm>
            <a:custGeom>
              <a:avLst/>
              <a:gdLst/>
              <a:ahLst/>
              <a:cxnLst/>
              <a:rect l="l" t="t" r="r" b="b"/>
              <a:pathLst>
                <a:path w="116913" h="159211" extrusionOk="0">
                  <a:moveTo>
                    <a:pt x="114759" y="145770"/>
                  </a:moveTo>
                  <a:cubicBezTo>
                    <a:pt x="73155" y="104376"/>
                    <a:pt x="38848" y="56252"/>
                    <a:pt x="13292" y="3435"/>
                  </a:cubicBezTo>
                  <a:cubicBezTo>
                    <a:pt x="9193" y="-5027"/>
                    <a:pt x="-3195" y="3808"/>
                    <a:pt x="774" y="12030"/>
                  </a:cubicBezTo>
                  <a:cubicBezTo>
                    <a:pt x="27012" y="65964"/>
                    <a:pt x="62178" y="115053"/>
                    <a:pt x="104784" y="157258"/>
                  </a:cubicBezTo>
                  <a:cubicBezTo>
                    <a:pt x="111361" y="163814"/>
                    <a:pt x="121337" y="152303"/>
                    <a:pt x="114759" y="145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3508732" y="703042"/>
              <a:ext cx="736985" cy="678722"/>
            </a:xfrm>
            <a:custGeom>
              <a:avLst/>
              <a:gdLst/>
              <a:ahLst/>
              <a:cxnLst/>
              <a:rect l="l" t="t" r="r" b="b"/>
              <a:pathLst>
                <a:path w="349282" h="321669" extrusionOk="0">
                  <a:moveTo>
                    <a:pt x="348469" y="309928"/>
                  </a:moveTo>
                  <a:cubicBezTo>
                    <a:pt x="278003" y="170664"/>
                    <a:pt x="156037" y="58585"/>
                    <a:pt x="11050" y="551"/>
                  </a:cubicBezTo>
                  <a:cubicBezTo>
                    <a:pt x="2543" y="-2847"/>
                    <a:pt x="-4823" y="10439"/>
                    <a:pt x="3968" y="13969"/>
                  </a:cubicBezTo>
                  <a:cubicBezTo>
                    <a:pt x="146478" y="70973"/>
                    <a:pt x="266844" y="180859"/>
                    <a:pt x="335709" y="318194"/>
                  </a:cubicBezTo>
                  <a:cubicBezTo>
                    <a:pt x="339918" y="326613"/>
                    <a:pt x="352591" y="318107"/>
                    <a:pt x="348469" y="3099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4237875" y="1405342"/>
              <a:ext cx="51220" cy="74504"/>
            </a:xfrm>
            <a:custGeom>
              <a:avLst/>
              <a:gdLst/>
              <a:ahLst/>
              <a:cxnLst/>
              <a:rect l="l" t="t" r="r" b="b"/>
              <a:pathLst>
                <a:path w="24275" h="35310" extrusionOk="0">
                  <a:moveTo>
                    <a:pt x="23295" y="23713"/>
                  </a:moveTo>
                  <a:lnTo>
                    <a:pt x="13692" y="3323"/>
                  </a:lnTo>
                  <a:cubicBezTo>
                    <a:pt x="8452" y="-4658"/>
                    <a:pt x="-3475" y="3191"/>
                    <a:pt x="975" y="11588"/>
                  </a:cubicBezTo>
                  <a:cubicBezTo>
                    <a:pt x="4176" y="18384"/>
                    <a:pt x="7371" y="25181"/>
                    <a:pt x="10556" y="31978"/>
                  </a:cubicBezTo>
                  <a:cubicBezTo>
                    <a:pt x="15906" y="39980"/>
                    <a:pt x="27745" y="32109"/>
                    <a:pt x="23295" y="237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5" name="Google Shape;175;p13"/>
          <p:cNvSpPr/>
          <p:nvPr/>
        </p:nvSpPr>
        <p:spPr>
          <a:xfrm rot="2700000">
            <a:off x="4969709" y="954676"/>
            <a:ext cx="200969" cy="172851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3"/>
          <p:cNvSpPr/>
          <p:nvPr/>
        </p:nvSpPr>
        <p:spPr>
          <a:xfrm rot="8434612">
            <a:off x="7810734" y="3959265"/>
            <a:ext cx="540275" cy="264310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USTOM_4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 panose="00000500000000000000"/>
              <a:buNone/>
              <a:defRPr sz="34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683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1pPr>
            <a:lvl2pPr lvl="1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2pPr>
            <a:lvl3pPr lvl="2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3pPr>
            <a:lvl4pPr lvl="3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4pPr>
            <a:lvl5pPr lvl="4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5pPr>
            <a:lvl6pPr lvl="5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6pPr>
            <a:lvl7pPr lvl="6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7pPr>
            <a:lvl8pPr lvl="7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8pPr>
            <a:lvl9pPr lvl="8" algn="r" rtl="0">
              <a:buNone/>
              <a:defRPr sz="1500" b="1">
                <a:solidFill>
                  <a:schemeClr val="dk2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jpeg"/><Relationship Id="rId2" Type="http://schemas.openxmlformats.org/officeDocument/2006/relationships/hyperlink" Target="http://www.slidescarnival.com/copyright-and-legal-information" TargetMode="External"/><Relationship Id="rId1" Type="http://schemas.openxmlformats.org/officeDocument/2006/relationships/hyperlink" Target="http://www.slidescarnival.com/help-use-presentation-templat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type="ctrTitle"/>
          </p:nvPr>
        </p:nvSpPr>
        <p:spPr>
          <a:xfrm>
            <a:off x="2051415" y="1923245"/>
            <a:ext cx="5408100" cy="168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LoRaWan Agriculture</a:t>
            </a:r>
            <a:br>
              <a:rPr lang="en-US" altLang="en-GB"/>
            </a:br>
            <a:r>
              <a:rPr lang="en-US" altLang="en-GB"/>
              <a:t>-</a:t>
            </a:r>
            <a:r>
              <a:rPr lang="en-US" altLang="en-GB" b="0"/>
              <a:t>sujith</a:t>
            </a:r>
            <a:endParaRPr lang="en-US" altLang="en-GB" b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subTitle" idx="4294967295"/>
          </p:nvPr>
        </p:nvSpPr>
        <p:spPr>
          <a:xfrm>
            <a:off x="1359850" y="3229375"/>
            <a:ext cx="64242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en-GB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Agriculture is a field of Unlimited posiblities. </a:t>
            </a:r>
            <a:r>
              <a:rPr lang="en-GB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GB" altLang="en-GB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0" name="Google Shape;200;p17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201" name="Google Shape;201;p17"/>
          <p:cNvGrpSpPr/>
          <p:nvPr/>
        </p:nvGrpSpPr>
        <p:grpSpPr>
          <a:xfrm>
            <a:off x="3317258" y="473609"/>
            <a:ext cx="2509394" cy="2463112"/>
            <a:chOff x="576654" y="555403"/>
            <a:chExt cx="3865959" cy="3794658"/>
          </a:xfrm>
        </p:grpSpPr>
        <p:sp>
          <p:nvSpPr>
            <p:cNvPr id="202" name="Google Shape;202;p17"/>
            <p:cNvSpPr/>
            <p:nvPr/>
          </p:nvSpPr>
          <p:spPr>
            <a:xfrm>
              <a:off x="619289" y="555403"/>
              <a:ext cx="3823324" cy="3794658"/>
            </a:xfrm>
            <a:custGeom>
              <a:avLst/>
              <a:gdLst/>
              <a:ahLst/>
              <a:cxnLst/>
              <a:rect l="l" t="t" r="r" b="b"/>
              <a:pathLst>
                <a:path w="1812002" h="1798416" extrusionOk="0">
                  <a:moveTo>
                    <a:pt x="1803580" y="754533"/>
                  </a:moveTo>
                  <a:cubicBezTo>
                    <a:pt x="1755126" y="365965"/>
                    <a:pt x="1420404" y="43389"/>
                    <a:pt x="1031243" y="5415"/>
                  </a:cubicBezTo>
                  <a:cubicBezTo>
                    <a:pt x="982060" y="-66"/>
                    <a:pt x="932504" y="-1381"/>
                    <a:pt x="883099" y="1447"/>
                  </a:cubicBezTo>
                  <a:cubicBezTo>
                    <a:pt x="873803" y="1973"/>
                    <a:pt x="873957" y="16794"/>
                    <a:pt x="883691" y="16246"/>
                  </a:cubicBezTo>
                  <a:cubicBezTo>
                    <a:pt x="1757494" y="-18263"/>
                    <a:pt x="2121442" y="1058868"/>
                    <a:pt x="1445508" y="1590605"/>
                  </a:cubicBezTo>
                  <a:cubicBezTo>
                    <a:pt x="1154174" y="1812547"/>
                    <a:pt x="730088" y="1849314"/>
                    <a:pt x="411765" y="1663262"/>
                  </a:cubicBezTo>
                  <a:cubicBezTo>
                    <a:pt x="67769" y="1470874"/>
                    <a:pt x="-50821" y="1022824"/>
                    <a:pt x="50843" y="658548"/>
                  </a:cubicBezTo>
                  <a:cubicBezTo>
                    <a:pt x="145996" y="257328"/>
                    <a:pt x="571617" y="-46393"/>
                    <a:pt x="981233" y="77876"/>
                  </a:cubicBezTo>
                  <a:cubicBezTo>
                    <a:pt x="990003" y="80529"/>
                    <a:pt x="993533" y="65949"/>
                    <a:pt x="984391" y="63186"/>
                  </a:cubicBezTo>
                  <a:cubicBezTo>
                    <a:pt x="621232" y="-46436"/>
                    <a:pt x="223477" y="180680"/>
                    <a:pt x="83292" y="523010"/>
                  </a:cubicBezTo>
                  <a:cubicBezTo>
                    <a:pt x="-163184" y="1097697"/>
                    <a:pt x="154152" y="1768368"/>
                    <a:pt x="813533" y="1796542"/>
                  </a:cubicBezTo>
                  <a:cubicBezTo>
                    <a:pt x="1393503" y="1832827"/>
                    <a:pt x="1882662" y="1337310"/>
                    <a:pt x="1803580" y="7545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76654" y="3067330"/>
              <a:ext cx="620488" cy="986037"/>
            </a:xfrm>
            <a:custGeom>
              <a:avLst/>
              <a:gdLst/>
              <a:ahLst/>
              <a:cxnLst/>
              <a:rect l="l" t="t" r="r" b="b"/>
              <a:pathLst>
                <a:path w="294070" h="467316" extrusionOk="0">
                  <a:moveTo>
                    <a:pt x="291610" y="454155"/>
                  </a:moveTo>
                  <a:cubicBezTo>
                    <a:pt x="153814" y="339512"/>
                    <a:pt x="54825" y="179550"/>
                    <a:pt x="14308" y="4834"/>
                  </a:cubicBezTo>
                  <a:cubicBezTo>
                    <a:pt x="12116" y="-4528"/>
                    <a:pt x="-1872" y="1084"/>
                    <a:pt x="211" y="10007"/>
                  </a:cubicBezTo>
                  <a:cubicBezTo>
                    <a:pt x="42374" y="188276"/>
                    <a:pt x="141091" y="348128"/>
                    <a:pt x="281612" y="465666"/>
                  </a:cubicBezTo>
                  <a:cubicBezTo>
                    <a:pt x="288760" y="471585"/>
                    <a:pt x="298757" y="460141"/>
                    <a:pt x="291610" y="4541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625052" y="3542878"/>
              <a:ext cx="246686" cy="335935"/>
            </a:xfrm>
            <a:custGeom>
              <a:avLst/>
              <a:gdLst/>
              <a:ahLst/>
              <a:cxnLst/>
              <a:rect l="l" t="t" r="r" b="b"/>
              <a:pathLst>
                <a:path w="116913" h="159211" extrusionOk="0">
                  <a:moveTo>
                    <a:pt x="114759" y="145770"/>
                  </a:moveTo>
                  <a:cubicBezTo>
                    <a:pt x="73155" y="104376"/>
                    <a:pt x="38848" y="56252"/>
                    <a:pt x="13292" y="3435"/>
                  </a:cubicBezTo>
                  <a:cubicBezTo>
                    <a:pt x="9193" y="-5027"/>
                    <a:pt x="-3195" y="3808"/>
                    <a:pt x="774" y="12030"/>
                  </a:cubicBezTo>
                  <a:cubicBezTo>
                    <a:pt x="27012" y="65964"/>
                    <a:pt x="62178" y="115053"/>
                    <a:pt x="104784" y="157258"/>
                  </a:cubicBezTo>
                  <a:cubicBezTo>
                    <a:pt x="111361" y="163814"/>
                    <a:pt x="121337" y="152303"/>
                    <a:pt x="114759" y="1457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3508732" y="703042"/>
              <a:ext cx="736985" cy="678722"/>
            </a:xfrm>
            <a:custGeom>
              <a:avLst/>
              <a:gdLst/>
              <a:ahLst/>
              <a:cxnLst/>
              <a:rect l="l" t="t" r="r" b="b"/>
              <a:pathLst>
                <a:path w="349282" h="321669" extrusionOk="0">
                  <a:moveTo>
                    <a:pt x="348469" y="309928"/>
                  </a:moveTo>
                  <a:cubicBezTo>
                    <a:pt x="278003" y="170664"/>
                    <a:pt x="156037" y="58585"/>
                    <a:pt x="11050" y="551"/>
                  </a:cubicBezTo>
                  <a:cubicBezTo>
                    <a:pt x="2543" y="-2847"/>
                    <a:pt x="-4823" y="10439"/>
                    <a:pt x="3968" y="13969"/>
                  </a:cubicBezTo>
                  <a:cubicBezTo>
                    <a:pt x="146478" y="70973"/>
                    <a:pt x="266844" y="180859"/>
                    <a:pt x="335709" y="318194"/>
                  </a:cubicBezTo>
                  <a:cubicBezTo>
                    <a:pt x="339918" y="326613"/>
                    <a:pt x="352591" y="318107"/>
                    <a:pt x="348469" y="3099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4237875" y="1405342"/>
              <a:ext cx="51220" cy="74504"/>
            </a:xfrm>
            <a:custGeom>
              <a:avLst/>
              <a:gdLst/>
              <a:ahLst/>
              <a:cxnLst/>
              <a:rect l="l" t="t" r="r" b="b"/>
              <a:pathLst>
                <a:path w="24275" h="35310" extrusionOk="0">
                  <a:moveTo>
                    <a:pt x="23295" y="23713"/>
                  </a:moveTo>
                  <a:lnTo>
                    <a:pt x="13692" y="3323"/>
                  </a:lnTo>
                  <a:cubicBezTo>
                    <a:pt x="8452" y="-4658"/>
                    <a:pt x="-3475" y="3191"/>
                    <a:pt x="975" y="11588"/>
                  </a:cubicBezTo>
                  <a:cubicBezTo>
                    <a:pt x="4176" y="18384"/>
                    <a:pt x="7371" y="25181"/>
                    <a:pt x="10556" y="31978"/>
                  </a:cubicBezTo>
                  <a:cubicBezTo>
                    <a:pt x="15906" y="39980"/>
                    <a:pt x="27745" y="32109"/>
                    <a:pt x="23295" y="237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1" descr="smart-farming-iot-growing-corn-seedling-infographics-precision-agriculture-2129428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0" y="569595"/>
            <a:ext cx="3950335" cy="206057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ctrTitle"/>
          </p:nvPr>
        </p:nvSpPr>
        <p:spPr>
          <a:xfrm>
            <a:off x="1773500" y="1980025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why and what?</a:t>
            </a:r>
            <a:endParaRPr lang="en-US" altLang="en-GB"/>
          </a:p>
        </p:txBody>
      </p:sp>
      <p:sp>
        <p:nvSpPr>
          <p:cNvPr id="214" name="Google Shape;214;p18"/>
          <p:cNvSpPr txBox="1"/>
          <p:nvPr/>
        </p:nvSpPr>
        <p:spPr>
          <a:xfrm>
            <a:off x="686100" y="491800"/>
            <a:ext cx="1493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rPr>
              <a:t>1</a:t>
            </a:r>
            <a:endParaRPr sz="7200" b="1">
              <a:solidFill>
                <a:schemeClr val="dk1"/>
              </a:solidFill>
              <a:latin typeface="Amatic SC" panose="00000500000000000000"/>
              <a:ea typeface="Amatic SC" panose="00000500000000000000"/>
              <a:cs typeface="Amatic SC" panose="00000500000000000000"/>
              <a:sym typeface="Amatic SC" panose="0000050000000000000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9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</a:t>
            </a:r>
            <a:r>
              <a:rPr lang="en-US" altLang="en-GB"/>
              <a:t>roblem statement:</a:t>
            </a:r>
            <a:endParaRPr lang="en-US" altLang="en-GB"/>
          </a:p>
        </p:txBody>
      </p:sp>
      <p:sp>
        <p:nvSpPr>
          <p:cNvPr id="444" name="Google Shape;444;p39"/>
          <p:cNvSpPr txBox="1"/>
          <p:nvPr>
            <p:ph type="body" idx="1"/>
          </p:nvPr>
        </p:nvSpPr>
        <p:spPr>
          <a:xfrm>
            <a:off x="1188175" y="1506350"/>
            <a:ext cx="64263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✗"/>
            </a:pPr>
            <a:r>
              <a:rPr lang="en-US" sz="1800"/>
              <a:t>Lack of knowledge.</a:t>
            </a:r>
            <a:endParaRPr lang="en-US" sz="180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✗"/>
            </a:pPr>
            <a:r>
              <a:rPr lang="en-US" sz="1800"/>
              <a:t>Network issues in rural areas.</a:t>
            </a:r>
            <a:endParaRPr lang="en-US" sz="180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✗"/>
            </a:pPr>
            <a:r>
              <a:rPr lang="en-US" sz="1800"/>
              <a:t>Difficulties in handling technologies.</a:t>
            </a:r>
            <a:endParaRPr lang="en-US" sz="180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✗"/>
            </a:pPr>
            <a:r>
              <a:rPr lang="en-US" sz="1800">
                <a:sym typeface="+mn-ea"/>
              </a:rPr>
              <a:t>Disadvantages in monitoring larger areas.</a:t>
            </a:r>
            <a:endParaRPr lang="en-US" sz="1800" b="1">
              <a:solidFill>
                <a:srgbClr val="3D85C6"/>
              </a:solidFill>
            </a:endParaRPr>
          </a:p>
        </p:txBody>
      </p:sp>
      <p:sp>
        <p:nvSpPr>
          <p:cNvPr id="446" name="Google Shape;446;p39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47" name="Google Shape;447;p39"/>
          <p:cNvSpPr/>
          <p:nvPr/>
        </p:nvSpPr>
        <p:spPr>
          <a:xfrm>
            <a:off x="7819336" y="3799770"/>
            <a:ext cx="916601" cy="810362"/>
          </a:xfrm>
          <a:custGeom>
            <a:avLst/>
            <a:gdLst/>
            <a:ahLst/>
            <a:cxnLst/>
            <a:rect l="l" t="t" r="r" b="b"/>
            <a:pathLst>
              <a:path w="434408" h="384058" extrusionOk="0">
                <a:moveTo>
                  <a:pt x="13054" y="208885"/>
                </a:moveTo>
                <a:cubicBezTo>
                  <a:pt x="44581" y="177358"/>
                  <a:pt x="76043" y="145699"/>
                  <a:pt x="104084" y="110970"/>
                </a:cubicBezTo>
                <a:cubicBezTo>
                  <a:pt x="110179" y="103428"/>
                  <a:pt x="99370" y="93957"/>
                  <a:pt x="93122" y="101543"/>
                </a:cubicBezTo>
                <a:cubicBezTo>
                  <a:pt x="65081" y="136271"/>
                  <a:pt x="33641" y="167930"/>
                  <a:pt x="2113" y="199458"/>
                </a:cubicBezTo>
                <a:cubicBezTo>
                  <a:pt x="-4596" y="206342"/>
                  <a:pt x="6213" y="215726"/>
                  <a:pt x="13054" y="208885"/>
                </a:cubicBezTo>
                <a:close/>
                <a:moveTo>
                  <a:pt x="133639" y="85691"/>
                </a:moveTo>
                <a:lnTo>
                  <a:pt x="151967" y="68744"/>
                </a:lnTo>
                <a:cubicBezTo>
                  <a:pt x="154730" y="65720"/>
                  <a:pt x="154533" y="61046"/>
                  <a:pt x="151529" y="58264"/>
                </a:cubicBezTo>
                <a:cubicBezTo>
                  <a:pt x="148218" y="55370"/>
                  <a:pt x="144009" y="56619"/>
                  <a:pt x="141115" y="59316"/>
                </a:cubicBezTo>
                <a:lnTo>
                  <a:pt x="122808" y="76264"/>
                </a:lnTo>
                <a:cubicBezTo>
                  <a:pt x="120067" y="79278"/>
                  <a:pt x="120243" y="83935"/>
                  <a:pt x="123224" y="86722"/>
                </a:cubicBezTo>
                <a:cubicBezTo>
                  <a:pt x="126667" y="89682"/>
                  <a:pt x="130854" y="88366"/>
                  <a:pt x="133748" y="85691"/>
                </a:cubicBezTo>
                <a:close/>
                <a:moveTo>
                  <a:pt x="428173" y="39409"/>
                </a:moveTo>
                <a:cubicBezTo>
                  <a:pt x="425345" y="30178"/>
                  <a:pt x="411379" y="35769"/>
                  <a:pt x="414075" y="44561"/>
                </a:cubicBezTo>
                <a:cubicBezTo>
                  <a:pt x="420960" y="66788"/>
                  <a:pt x="421420" y="90504"/>
                  <a:pt x="415435" y="112987"/>
                </a:cubicBezTo>
                <a:cubicBezTo>
                  <a:pt x="412957" y="122525"/>
                  <a:pt x="427472" y="124410"/>
                  <a:pt x="429839" y="115333"/>
                </a:cubicBezTo>
                <a:cubicBezTo>
                  <a:pt x="436416" y="90377"/>
                  <a:pt x="435890" y="64074"/>
                  <a:pt x="428282" y="39409"/>
                </a:cubicBezTo>
                <a:close/>
                <a:moveTo>
                  <a:pt x="355252" y="29850"/>
                </a:moveTo>
                <a:cubicBezTo>
                  <a:pt x="330082" y="690"/>
                  <a:pt x="264638" y="-12925"/>
                  <a:pt x="241244" y="24895"/>
                </a:cubicBezTo>
                <a:cubicBezTo>
                  <a:pt x="200004" y="60697"/>
                  <a:pt x="156440" y="95053"/>
                  <a:pt x="117634" y="133421"/>
                </a:cubicBezTo>
                <a:cubicBezTo>
                  <a:pt x="99809" y="151092"/>
                  <a:pt x="88540" y="173653"/>
                  <a:pt x="70890" y="191214"/>
                </a:cubicBezTo>
                <a:cubicBezTo>
                  <a:pt x="50566" y="211451"/>
                  <a:pt x="28708" y="230328"/>
                  <a:pt x="7638" y="249775"/>
                </a:cubicBezTo>
                <a:cubicBezTo>
                  <a:pt x="4986" y="251893"/>
                  <a:pt x="4525" y="255769"/>
                  <a:pt x="6651" y="258431"/>
                </a:cubicBezTo>
                <a:cubicBezTo>
                  <a:pt x="7178" y="259093"/>
                  <a:pt x="7835" y="259639"/>
                  <a:pt x="8581" y="260035"/>
                </a:cubicBezTo>
                <a:cubicBezTo>
                  <a:pt x="8581" y="260189"/>
                  <a:pt x="8581" y="260320"/>
                  <a:pt x="8581" y="260474"/>
                </a:cubicBezTo>
                <a:cubicBezTo>
                  <a:pt x="5928" y="298776"/>
                  <a:pt x="3780" y="337210"/>
                  <a:pt x="1302" y="375468"/>
                </a:cubicBezTo>
                <a:cubicBezTo>
                  <a:pt x="1192" y="376755"/>
                  <a:pt x="1455" y="378047"/>
                  <a:pt x="2091" y="379173"/>
                </a:cubicBezTo>
                <a:cubicBezTo>
                  <a:pt x="2990" y="382245"/>
                  <a:pt x="5906" y="384273"/>
                  <a:pt x="9107" y="384041"/>
                </a:cubicBezTo>
                <a:cubicBezTo>
                  <a:pt x="51224" y="382944"/>
                  <a:pt x="90030" y="370645"/>
                  <a:pt x="129276" y="356328"/>
                </a:cubicBezTo>
                <a:cubicBezTo>
                  <a:pt x="132389" y="355274"/>
                  <a:pt x="134428" y="352250"/>
                  <a:pt x="134209" y="348961"/>
                </a:cubicBezTo>
                <a:lnTo>
                  <a:pt x="340540" y="141314"/>
                </a:lnTo>
                <a:cubicBezTo>
                  <a:pt x="342141" y="139898"/>
                  <a:pt x="342974" y="137789"/>
                  <a:pt x="342733" y="135657"/>
                </a:cubicBezTo>
                <a:cubicBezTo>
                  <a:pt x="376365" y="110905"/>
                  <a:pt x="383315" y="62210"/>
                  <a:pt x="355361" y="29850"/>
                </a:cubicBezTo>
                <a:close/>
                <a:moveTo>
                  <a:pt x="79002" y="203360"/>
                </a:moveTo>
                <a:cubicBezTo>
                  <a:pt x="97069" y="186084"/>
                  <a:pt x="108316" y="163458"/>
                  <a:pt x="125833" y="145611"/>
                </a:cubicBezTo>
                <a:cubicBezTo>
                  <a:pt x="145215" y="125879"/>
                  <a:pt x="167074" y="108471"/>
                  <a:pt x="187880" y="90274"/>
                </a:cubicBezTo>
                <a:cubicBezTo>
                  <a:pt x="194457" y="101411"/>
                  <a:pt x="201254" y="112549"/>
                  <a:pt x="208752" y="123160"/>
                </a:cubicBezTo>
                <a:cubicBezTo>
                  <a:pt x="159071" y="166297"/>
                  <a:pt x="112021" y="212369"/>
                  <a:pt x="67865" y="261132"/>
                </a:cubicBezTo>
                <a:cubicBezTo>
                  <a:pt x="53417" y="259321"/>
                  <a:pt x="39056" y="256736"/>
                  <a:pt x="24871" y="253392"/>
                </a:cubicBezTo>
                <a:cubicBezTo>
                  <a:pt x="43002" y="236817"/>
                  <a:pt x="61288" y="220352"/>
                  <a:pt x="79024" y="203360"/>
                </a:cubicBezTo>
                <a:close/>
                <a:moveTo>
                  <a:pt x="217324" y="134671"/>
                </a:moveTo>
                <a:cubicBezTo>
                  <a:pt x="223902" y="143123"/>
                  <a:pt x="231159" y="151027"/>
                  <a:pt x="239030" y="158306"/>
                </a:cubicBezTo>
                <a:cubicBezTo>
                  <a:pt x="200092" y="206871"/>
                  <a:pt x="157580" y="252469"/>
                  <a:pt x="111868" y="294720"/>
                </a:cubicBezTo>
                <a:cubicBezTo>
                  <a:pt x="100554" y="295851"/>
                  <a:pt x="89395" y="298309"/>
                  <a:pt x="78652" y="302043"/>
                </a:cubicBezTo>
                <a:cubicBezTo>
                  <a:pt x="79222" y="290949"/>
                  <a:pt x="79792" y="279862"/>
                  <a:pt x="80384" y="268783"/>
                </a:cubicBezTo>
                <a:cubicBezTo>
                  <a:pt x="123334" y="221400"/>
                  <a:pt x="169069" y="176617"/>
                  <a:pt x="217346" y="134671"/>
                </a:cubicBezTo>
                <a:close/>
                <a:moveTo>
                  <a:pt x="40920" y="366194"/>
                </a:moveTo>
                <a:cubicBezTo>
                  <a:pt x="41073" y="365475"/>
                  <a:pt x="41161" y="364738"/>
                  <a:pt x="41161" y="364002"/>
                </a:cubicBezTo>
                <a:lnTo>
                  <a:pt x="42827" y="365843"/>
                </a:lnTo>
                <a:close/>
                <a:moveTo>
                  <a:pt x="58963" y="362752"/>
                </a:moveTo>
                <a:cubicBezTo>
                  <a:pt x="58701" y="361467"/>
                  <a:pt x="58087" y="360279"/>
                  <a:pt x="57209" y="359310"/>
                </a:cubicBezTo>
                <a:lnTo>
                  <a:pt x="22262" y="320394"/>
                </a:lnTo>
                <a:cubicBezTo>
                  <a:pt x="21560" y="319593"/>
                  <a:pt x="20661" y="318977"/>
                  <a:pt x="19675" y="318596"/>
                </a:cubicBezTo>
                <a:cubicBezTo>
                  <a:pt x="20727" y="301846"/>
                  <a:pt x="21780" y="285102"/>
                  <a:pt x="22810" y="268367"/>
                </a:cubicBezTo>
                <a:cubicBezTo>
                  <a:pt x="36841" y="271638"/>
                  <a:pt x="51048" y="274157"/>
                  <a:pt x="65343" y="275909"/>
                </a:cubicBezTo>
                <a:cubicBezTo>
                  <a:pt x="64708" y="287820"/>
                  <a:pt x="64094" y="299734"/>
                  <a:pt x="63480" y="311646"/>
                </a:cubicBezTo>
                <a:cubicBezTo>
                  <a:pt x="63326" y="313209"/>
                  <a:pt x="63765" y="314777"/>
                  <a:pt x="64708" y="316031"/>
                </a:cubicBezTo>
                <a:cubicBezTo>
                  <a:pt x="65651" y="319225"/>
                  <a:pt x="68983" y="321058"/>
                  <a:pt x="72184" y="320122"/>
                </a:cubicBezTo>
                <a:cubicBezTo>
                  <a:pt x="72579" y="320008"/>
                  <a:pt x="72952" y="319857"/>
                  <a:pt x="73302" y="319670"/>
                </a:cubicBezTo>
                <a:cubicBezTo>
                  <a:pt x="84483" y="314906"/>
                  <a:pt x="96235" y="311655"/>
                  <a:pt x="108272" y="310001"/>
                </a:cubicBezTo>
                <a:cubicBezTo>
                  <a:pt x="108995" y="322277"/>
                  <a:pt x="110990" y="334443"/>
                  <a:pt x="114213" y="346309"/>
                </a:cubicBezTo>
                <a:cubicBezTo>
                  <a:pt x="96147" y="352890"/>
                  <a:pt x="77709" y="358380"/>
                  <a:pt x="58985" y="362752"/>
                </a:cubicBezTo>
                <a:close/>
                <a:moveTo>
                  <a:pt x="126930" y="336004"/>
                </a:moveTo>
                <a:cubicBezTo>
                  <a:pt x="124496" y="325504"/>
                  <a:pt x="123093" y="314790"/>
                  <a:pt x="122764" y="304016"/>
                </a:cubicBezTo>
                <a:cubicBezTo>
                  <a:pt x="168477" y="261726"/>
                  <a:pt x="210989" y="216092"/>
                  <a:pt x="249927" y="167492"/>
                </a:cubicBezTo>
                <a:cubicBezTo>
                  <a:pt x="258609" y="174100"/>
                  <a:pt x="268102" y="179559"/>
                  <a:pt x="278187" y="183738"/>
                </a:cubicBezTo>
                <a:close/>
                <a:moveTo>
                  <a:pt x="289873" y="172030"/>
                </a:moveTo>
                <a:cubicBezTo>
                  <a:pt x="246988" y="156508"/>
                  <a:pt x="221425" y="118096"/>
                  <a:pt x="199412" y="80188"/>
                </a:cubicBezTo>
                <a:lnTo>
                  <a:pt x="214430" y="67034"/>
                </a:lnTo>
                <a:cubicBezTo>
                  <a:pt x="217522" y="73918"/>
                  <a:pt x="222696" y="79487"/>
                  <a:pt x="228199" y="85034"/>
                </a:cubicBezTo>
                <a:cubicBezTo>
                  <a:pt x="238328" y="95250"/>
                  <a:pt x="248677" y="105270"/>
                  <a:pt x="258893" y="115377"/>
                </a:cubicBezTo>
                <a:cubicBezTo>
                  <a:pt x="273912" y="130220"/>
                  <a:pt x="288579" y="146072"/>
                  <a:pt x="308772" y="152912"/>
                </a:cubicBezTo>
                <a:close/>
                <a:moveTo>
                  <a:pt x="329929" y="126953"/>
                </a:moveTo>
                <a:cubicBezTo>
                  <a:pt x="327101" y="128519"/>
                  <a:pt x="325785" y="131882"/>
                  <a:pt x="326794" y="134956"/>
                </a:cubicBezTo>
                <a:lnTo>
                  <a:pt x="320589" y="141204"/>
                </a:lnTo>
                <a:cubicBezTo>
                  <a:pt x="319800" y="140634"/>
                  <a:pt x="318901" y="140231"/>
                  <a:pt x="317959" y="140020"/>
                </a:cubicBezTo>
                <a:cubicBezTo>
                  <a:pt x="297700" y="135241"/>
                  <a:pt x="283230" y="117986"/>
                  <a:pt x="269001" y="103933"/>
                </a:cubicBezTo>
                <a:lnTo>
                  <a:pt x="244445" y="79684"/>
                </a:lnTo>
                <a:cubicBezTo>
                  <a:pt x="237407" y="72712"/>
                  <a:pt x="229405" y="66244"/>
                  <a:pt x="226752" y="56488"/>
                </a:cubicBezTo>
                <a:lnTo>
                  <a:pt x="248852" y="37282"/>
                </a:lnTo>
                <a:cubicBezTo>
                  <a:pt x="250584" y="36602"/>
                  <a:pt x="251987" y="35318"/>
                  <a:pt x="252842" y="33664"/>
                </a:cubicBezTo>
                <a:cubicBezTo>
                  <a:pt x="262094" y="16125"/>
                  <a:pt x="283537" y="15708"/>
                  <a:pt x="300704" y="18602"/>
                </a:cubicBezTo>
                <a:cubicBezTo>
                  <a:pt x="318857" y="21628"/>
                  <a:pt x="335585" y="28183"/>
                  <a:pt x="346855" y="43355"/>
                </a:cubicBezTo>
                <a:cubicBezTo>
                  <a:pt x="367442" y="71046"/>
                  <a:pt x="358848" y="109129"/>
                  <a:pt x="329929" y="126953"/>
                </a:cubicBezTo>
                <a:close/>
                <a:moveTo>
                  <a:pt x="374699" y="1720"/>
                </a:moveTo>
                <a:cubicBezTo>
                  <a:pt x="367639" y="-4353"/>
                  <a:pt x="357642" y="7136"/>
                  <a:pt x="364701" y="13209"/>
                </a:cubicBezTo>
                <a:cubicBezTo>
                  <a:pt x="399145" y="42917"/>
                  <a:pt x="389674" y="103099"/>
                  <a:pt x="370139" y="138179"/>
                </a:cubicBezTo>
                <a:cubicBezTo>
                  <a:pt x="365381" y="146773"/>
                  <a:pt x="378624" y="152561"/>
                  <a:pt x="383293" y="144208"/>
                </a:cubicBezTo>
                <a:cubicBezTo>
                  <a:pt x="405963" y="103428"/>
                  <a:pt x="414163" y="35769"/>
                  <a:pt x="374699" y="1720"/>
                </a:cubicBezTo>
                <a:close/>
                <a:moveTo>
                  <a:pt x="312960" y="38861"/>
                </a:moveTo>
                <a:cubicBezTo>
                  <a:pt x="296823" y="29499"/>
                  <a:pt x="276959" y="33182"/>
                  <a:pt x="263848" y="45876"/>
                </a:cubicBezTo>
                <a:cubicBezTo>
                  <a:pt x="256855" y="52673"/>
                  <a:pt x="267751" y="62035"/>
                  <a:pt x="274811" y="55304"/>
                </a:cubicBezTo>
                <a:cubicBezTo>
                  <a:pt x="283449" y="46929"/>
                  <a:pt x="296275" y="46644"/>
                  <a:pt x="306316" y="52454"/>
                </a:cubicBezTo>
                <a:cubicBezTo>
                  <a:pt x="314143" y="57080"/>
                  <a:pt x="321094" y="43640"/>
                  <a:pt x="312938" y="3886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ctrTitle"/>
          </p:nvPr>
        </p:nvSpPr>
        <p:spPr>
          <a:xfrm>
            <a:off x="1773500" y="1908270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solution..?</a:t>
            </a:r>
            <a:endParaRPr lang="en-US" altLang="en-GB"/>
          </a:p>
        </p:txBody>
      </p:sp>
      <p:sp>
        <p:nvSpPr>
          <p:cNvPr id="214" name="Google Shape;214;p18"/>
          <p:cNvSpPr txBox="1"/>
          <p:nvPr/>
        </p:nvSpPr>
        <p:spPr>
          <a:xfrm>
            <a:off x="686100" y="491800"/>
            <a:ext cx="1493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dk1"/>
                </a:solidFill>
                <a:latin typeface="Amatic SC" panose="00000500000000000000"/>
                <a:ea typeface="Amatic SC" panose="00000500000000000000"/>
                <a:cs typeface="Amatic SC" panose="00000500000000000000"/>
                <a:sym typeface="Amatic SC" panose="00000500000000000000"/>
              </a:rPr>
              <a:t>2</a:t>
            </a:r>
            <a:endParaRPr lang="en-US" sz="7200" b="1">
              <a:solidFill>
                <a:schemeClr val="dk1"/>
              </a:solidFill>
              <a:latin typeface="Amatic SC" panose="00000500000000000000"/>
              <a:ea typeface="Amatic SC" panose="00000500000000000000"/>
              <a:cs typeface="Amatic SC" panose="00000500000000000000"/>
              <a:sym typeface="Amatic SC" panose="0000050000000000000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Proposed solution:</a:t>
            </a:r>
            <a:endParaRPr lang="en-US" altLang="en-GB"/>
          </a:p>
        </p:txBody>
      </p:sp>
      <p:sp>
        <p:nvSpPr>
          <p:cNvPr id="226" name="Google Shape;226;p20"/>
          <p:cNvSpPr txBox="1"/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✗"/>
            </a:pPr>
            <a:r>
              <a:rPr lang="en-US" altLang="en-GB"/>
              <a:t>Monitoring large areas - LoRa nodes.</a:t>
            </a:r>
            <a:endParaRPr 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r>
              <a:rPr lang="en-US" altLang="en-GB"/>
              <a:t>Operations control by BLYNK App or Gmail.</a:t>
            </a:r>
            <a:endParaRPr 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r>
              <a:rPr lang="en-US" altLang="en-GB"/>
              <a:t>Adding Google firebase for future uses.</a:t>
            </a:r>
            <a:endParaRPr lang="en-US" alt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r>
              <a:rPr lang="en-US" altLang="en-GB"/>
              <a:t>Over come network issues using LoRa wan .</a:t>
            </a:r>
            <a:endParaRPr lang="en-US" alt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r>
              <a:rPr lang="en-US" altLang="en-GB"/>
              <a:t>Monitoring climatic conditions using Arduino sensors.</a:t>
            </a:r>
            <a:endParaRPr lang="en-US" alt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endParaRPr lang="en-US" altLang="en-GB"/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✗"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lang="en-GB"/>
          </a:p>
        </p:txBody>
      </p:sp>
      <p:sp>
        <p:nvSpPr>
          <p:cNvPr id="227" name="Google Shape;227;p20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28" name="Google Shape;228;p20"/>
          <p:cNvSpPr/>
          <p:nvPr/>
        </p:nvSpPr>
        <p:spPr>
          <a:xfrm>
            <a:off x="7648493" y="3814898"/>
            <a:ext cx="937597" cy="835429"/>
          </a:xfrm>
          <a:custGeom>
            <a:avLst/>
            <a:gdLst/>
            <a:ahLst/>
            <a:cxnLst/>
            <a:rect l="l" t="t" r="r" b="b"/>
            <a:pathLst>
              <a:path w="444359" h="395938" extrusionOk="0">
                <a:moveTo>
                  <a:pt x="135136" y="205311"/>
                </a:moveTo>
                <a:lnTo>
                  <a:pt x="101482" y="200356"/>
                </a:lnTo>
                <a:cubicBezTo>
                  <a:pt x="92405" y="199041"/>
                  <a:pt x="88788" y="213642"/>
                  <a:pt x="98347" y="215046"/>
                </a:cubicBezTo>
                <a:lnTo>
                  <a:pt x="132067" y="220001"/>
                </a:lnTo>
                <a:cubicBezTo>
                  <a:pt x="141056" y="221316"/>
                  <a:pt x="144673" y="206714"/>
                  <a:pt x="135136" y="205311"/>
                </a:cubicBezTo>
                <a:close/>
                <a:moveTo>
                  <a:pt x="293388" y="291650"/>
                </a:moveTo>
                <a:cubicBezTo>
                  <a:pt x="292554" y="295482"/>
                  <a:pt x="294966" y="299271"/>
                  <a:pt x="298803" y="300115"/>
                </a:cubicBezTo>
                <a:cubicBezTo>
                  <a:pt x="298869" y="300130"/>
                  <a:pt x="298935" y="300144"/>
                  <a:pt x="299001" y="300157"/>
                </a:cubicBezTo>
                <a:cubicBezTo>
                  <a:pt x="299373" y="300157"/>
                  <a:pt x="300711" y="300157"/>
                  <a:pt x="300930" y="300551"/>
                </a:cubicBezTo>
                <a:cubicBezTo>
                  <a:pt x="299921" y="300222"/>
                  <a:pt x="299790" y="300201"/>
                  <a:pt x="300535" y="300551"/>
                </a:cubicBezTo>
                <a:cubicBezTo>
                  <a:pt x="301280" y="300902"/>
                  <a:pt x="301456" y="300924"/>
                  <a:pt x="302267" y="301297"/>
                </a:cubicBezTo>
                <a:lnTo>
                  <a:pt x="302377" y="301297"/>
                </a:lnTo>
                <a:cubicBezTo>
                  <a:pt x="309919" y="308335"/>
                  <a:pt x="320267" y="297416"/>
                  <a:pt x="313142" y="290335"/>
                </a:cubicBezTo>
                <a:cubicBezTo>
                  <a:pt x="307573" y="285621"/>
                  <a:pt x="295756" y="281894"/>
                  <a:pt x="293388" y="291650"/>
                </a:cubicBezTo>
                <a:close/>
                <a:moveTo>
                  <a:pt x="285999" y="274110"/>
                </a:moveTo>
                <a:cubicBezTo>
                  <a:pt x="269973" y="263589"/>
                  <a:pt x="253310" y="254069"/>
                  <a:pt x="236099" y="245608"/>
                </a:cubicBezTo>
                <a:cubicBezTo>
                  <a:pt x="227833" y="241530"/>
                  <a:pt x="220752" y="255014"/>
                  <a:pt x="229346" y="259180"/>
                </a:cubicBezTo>
                <a:cubicBezTo>
                  <a:pt x="245439" y="267053"/>
                  <a:pt x="261027" y="275919"/>
                  <a:pt x="276002" y="285730"/>
                </a:cubicBezTo>
                <a:cubicBezTo>
                  <a:pt x="283697" y="290576"/>
                  <a:pt x="293738" y="279109"/>
                  <a:pt x="285999" y="274023"/>
                </a:cubicBezTo>
                <a:close/>
                <a:moveTo>
                  <a:pt x="433354" y="1544"/>
                </a:moveTo>
                <a:cubicBezTo>
                  <a:pt x="431162" y="3057"/>
                  <a:pt x="428970" y="4482"/>
                  <a:pt x="426908" y="5929"/>
                </a:cubicBezTo>
                <a:cubicBezTo>
                  <a:pt x="425220" y="5833"/>
                  <a:pt x="423554" y="6381"/>
                  <a:pt x="422239" y="7464"/>
                </a:cubicBezTo>
                <a:cubicBezTo>
                  <a:pt x="417854" y="10840"/>
                  <a:pt x="413469" y="14261"/>
                  <a:pt x="408952" y="17659"/>
                </a:cubicBezTo>
                <a:cubicBezTo>
                  <a:pt x="315904" y="75803"/>
                  <a:pt x="209197" y="106563"/>
                  <a:pt x="111195" y="154928"/>
                </a:cubicBezTo>
                <a:cubicBezTo>
                  <a:pt x="93853" y="163501"/>
                  <a:pt x="76773" y="172622"/>
                  <a:pt x="60089" y="182400"/>
                </a:cubicBezTo>
                <a:cubicBezTo>
                  <a:pt x="42549" y="192748"/>
                  <a:pt x="25141" y="203184"/>
                  <a:pt x="5146" y="208249"/>
                </a:cubicBezTo>
                <a:cubicBezTo>
                  <a:pt x="-1804" y="210003"/>
                  <a:pt x="-1147" y="218532"/>
                  <a:pt x="3743" y="221404"/>
                </a:cubicBezTo>
                <a:cubicBezTo>
                  <a:pt x="4707" y="222430"/>
                  <a:pt x="5979" y="223140"/>
                  <a:pt x="7360" y="223443"/>
                </a:cubicBezTo>
                <a:cubicBezTo>
                  <a:pt x="52371" y="234230"/>
                  <a:pt x="97777" y="242999"/>
                  <a:pt x="143621" y="249752"/>
                </a:cubicBezTo>
                <a:lnTo>
                  <a:pt x="143117" y="384961"/>
                </a:lnTo>
                <a:cubicBezTo>
                  <a:pt x="142854" y="387829"/>
                  <a:pt x="144717" y="390464"/>
                  <a:pt x="147502" y="391166"/>
                </a:cubicBezTo>
                <a:cubicBezTo>
                  <a:pt x="148620" y="393251"/>
                  <a:pt x="150615" y="394717"/>
                  <a:pt x="152939" y="395156"/>
                </a:cubicBezTo>
                <a:cubicBezTo>
                  <a:pt x="155855" y="396721"/>
                  <a:pt x="159473" y="395875"/>
                  <a:pt x="161402" y="393183"/>
                </a:cubicBezTo>
                <a:cubicBezTo>
                  <a:pt x="187777" y="361278"/>
                  <a:pt x="215797" y="330777"/>
                  <a:pt x="245351" y="301801"/>
                </a:cubicBezTo>
                <a:cubicBezTo>
                  <a:pt x="266464" y="313914"/>
                  <a:pt x="286394" y="328001"/>
                  <a:pt x="304854" y="343874"/>
                </a:cubicBezTo>
                <a:cubicBezTo>
                  <a:pt x="316496" y="353850"/>
                  <a:pt x="331712" y="356854"/>
                  <a:pt x="343266" y="366413"/>
                </a:cubicBezTo>
                <a:cubicBezTo>
                  <a:pt x="346533" y="371170"/>
                  <a:pt x="355500" y="370798"/>
                  <a:pt x="356553" y="363519"/>
                </a:cubicBezTo>
                <a:cubicBezTo>
                  <a:pt x="373083" y="243175"/>
                  <a:pt x="405510" y="125528"/>
                  <a:pt x="443593" y="10753"/>
                </a:cubicBezTo>
                <a:cubicBezTo>
                  <a:pt x="446618" y="4679"/>
                  <a:pt x="440173" y="-3323"/>
                  <a:pt x="433354" y="1457"/>
                </a:cubicBezTo>
                <a:close/>
                <a:moveTo>
                  <a:pt x="144959" y="232695"/>
                </a:moveTo>
                <a:cubicBezTo>
                  <a:pt x="144345" y="233234"/>
                  <a:pt x="143819" y="233863"/>
                  <a:pt x="143380" y="234558"/>
                </a:cubicBezTo>
                <a:cubicBezTo>
                  <a:pt x="106218" y="229033"/>
                  <a:pt x="69319" y="222164"/>
                  <a:pt x="32639" y="213949"/>
                </a:cubicBezTo>
                <a:cubicBezTo>
                  <a:pt x="52744" y="204895"/>
                  <a:pt x="71358" y="192134"/>
                  <a:pt x="90652" y="181720"/>
                </a:cubicBezTo>
                <a:cubicBezTo>
                  <a:pt x="170610" y="138682"/>
                  <a:pt x="257497" y="110816"/>
                  <a:pt x="339320" y="71856"/>
                </a:cubicBezTo>
                <a:cubicBezTo>
                  <a:pt x="273370" y="123978"/>
                  <a:pt x="208584" y="177592"/>
                  <a:pt x="144959" y="232695"/>
                </a:cubicBezTo>
                <a:close/>
                <a:moveTo>
                  <a:pt x="157938" y="358827"/>
                </a:moveTo>
                <a:lnTo>
                  <a:pt x="158376" y="242429"/>
                </a:lnTo>
                <a:cubicBezTo>
                  <a:pt x="158376" y="241688"/>
                  <a:pt x="158267" y="240949"/>
                  <a:pt x="158070" y="240237"/>
                </a:cubicBezTo>
                <a:cubicBezTo>
                  <a:pt x="232788" y="175691"/>
                  <a:pt x="309152" y="113147"/>
                  <a:pt x="387181" y="52607"/>
                </a:cubicBezTo>
                <a:lnTo>
                  <a:pt x="297159" y="137213"/>
                </a:lnTo>
                <a:cubicBezTo>
                  <a:pt x="259098" y="172972"/>
                  <a:pt x="217024" y="207372"/>
                  <a:pt x="189531" y="252405"/>
                </a:cubicBezTo>
                <a:cubicBezTo>
                  <a:pt x="188216" y="254240"/>
                  <a:pt x="188018" y="256658"/>
                  <a:pt x="189049" y="258675"/>
                </a:cubicBezTo>
                <a:cubicBezTo>
                  <a:pt x="189356" y="259691"/>
                  <a:pt x="189882" y="260620"/>
                  <a:pt x="190605" y="261394"/>
                </a:cubicBezTo>
                <a:cubicBezTo>
                  <a:pt x="181222" y="294369"/>
                  <a:pt x="170325" y="326817"/>
                  <a:pt x="157938" y="358739"/>
                </a:cubicBezTo>
                <a:close/>
                <a:moveTo>
                  <a:pt x="174535" y="355801"/>
                </a:moveTo>
                <a:cubicBezTo>
                  <a:pt x="184927" y="328323"/>
                  <a:pt x="194267" y="300479"/>
                  <a:pt x="202533" y="272269"/>
                </a:cubicBezTo>
                <a:cubicBezTo>
                  <a:pt x="212223" y="280124"/>
                  <a:pt x="222396" y="287379"/>
                  <a:pt x="232964" y="293996"/>
                </a:cubicBezTo>
                <a:cubicBezTo>
                  <a:pt x="212749" y="313844"/>
                  <a:pt x="193281" y="334418"/>
                  <a:pt x="174535" y="355713"/>
                </a:cubicBezTo>
                <a:close/>
                <a:moveTo>
                  <a:pt x="344143" y="348807"/>
                </a:moveTo>
                <a:cubicBezTo>
                  <a:pt x="334847" y="343743"/>
                  <a:pt x="324608" y="340432"/>
                  <a:pt x="316255" y="333460"/>
                </a:cubicBezTo>
                <a:cubicBezTo>
                  <a:pt x="304394" y="323193"/>
                  <a:pt x="291962" y="313631"/>
                  <a:pt x="278983" y="304827"/>
                </a:cubicBezTo>
                <a:cubicBezTo>
                  <a:pt x="253946" y="288581"/>
                  <a:pt x="227351" y="274637"/>
                  <a:pt x="205273" y="254400"/>
                </a:cubicBezTo>
                <a:cubicBezTo>
                  <a:pt x="232701" y="211538"/>
                  <a:pt x="274533" y="178125"/>
                  <a:pt x="311212" y="143637"/>
                </a:cubicBezTo>
                <a:cubicBezTo>
                  <a:pt x="346993" y="110020"/>
                  <a:pt x="382796" y="76401"/>
                  <a:pt x="418643" y="42784"/>
                </a:cubicBezTo>
                <a:cubicBezTo>
                  <a:pt x="385098" y="142442"/>
                  <a:pt x="360170" y="244797"/>
                  <a:pt x="344143" y="348720"/>
                </a:cubicBezTo>
                <a:close/>
                <a:moveTo>
                  <a:pt x="55923" y="163172"/>
                </a:moveTo>
                <a:cubicBezTo>
                  <a:pt x="76620" y="147430"/>
                  <a:pt x="101087" y="137608"/>
                  <a:pt x="124481" y="126668"/>
                </a:cubicBezTo>
                <a:lnTo>
                  <a:pt x="197797" y="92378"/>
                </a:lnTo>
                <a:cubicBezTo>
                  <a:pt x="206238" y="88431"/>
                  <a:pt x="202379" y="74268"/>
                  <a:pt x="193412" y="78434"/>
                </a:cubicBezTo>
                <a:lnTo>
                  <a:pt x="116237" y="114478"/>
                </a:lnTo>
                <a:cubicBezTo>
                  <a:pt x="92954" y="125440"/>
                  <a:pt x="68661" y="135306"/>
                  <a:pt x="48052" y="150960"/>
                </a:cubicBezTo>
                <a:cubicBezTo>
                  <a:pt x="40532" y="156704"/>
                  <a:pt x="48096" y="169114"/>
                  <a:pt x="55923" y="163084"/>
                </a:cubicBezTo>
                <a:close/>
                <a:moveTo>
                  <a:pt x="41760" y="133684"/>
                </a:moveTo>
                <a:cubicBezTo>
                  <a:pt x="60198" y="122794"/>
                  <a:pt x="79119" y="112805"/>
                  <a:pt x="98479" y="103713"/>
                </a:cubicBezTo>
                <a:cubicBezTo>
                  <a:pt x="106919" y="99766"/>
                  <a:pt x="103061" y="85603"/>
                  <a:pt x="94094" y="89791"/>
                </a:cubicBezTo>
                <a:cubicBezTo>
                  <a:pt x="73528" y="99409"/>
                  <a:pt x="53467" y="109990"/>
                  <a:pt x="33889" y="121537"/>
                </a:cubicBezTo>
                <a:cubicBezTo>
                  <a:pt x="25689" y="126339"/>
                  <a:pt x="33341" y="138573"/>
                  <a:pt x="41760" y="1335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ctrTitle" idx="4294967295"/>
          </p:nvPr>
        </p:nvSpPr>
        <p:spPr>
          <a:xfrm>
            <a:off x="395605" y="370205"/>
            <a:ext cx="3764280" cy="100647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Components:</a:t>
            </a:r>
            <a:endParaRPr lang="en-US" sz="7200"/>
          </a:p>
        </p:txBody>
      </p:sp>
      <p:sp>
        <p:nvSpPr>
          <p:cNvPr id="234" name="Google Shape;234;p21"/>
          <p:cNvSpPr txBox="1"/>
          <p:nvPr>
            <p:ph type="subTitle" idx="4294967295"/>
          </p:nvPr>
        </p:nvSpPr>
        <p:spPr>
          <a:xfrm>
            <a:off x="395560" y="1636076"/>
            <a:ext cx="3261300" cy="13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LoRa transmitter</a:t>
            </a:r>
            <a:endParaRPr lang="en-US" altLang="en-GB"/>
          </a:p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Arduino UNO</a:t>
            </a:r>
            <a:endParaRPr lang="en-US" altLang="en-GB"/>
          </a:p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LM 35 Sensor</a:t>
            </a:r>
            <a:endParaRPr lang="en-US" altLang="en-GB"/>
          </a:p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DHT 11 sensor</a:t>
            </a:r>
            <a:endParaRPr lang="en-US" altLang="en-GB"/>
          </a:p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LCD Display</a:t>
            </a:r>
            <a:endParaRPr lang="en-US" altLang="en-GB"/>
          </a:p>
          <a:p>
            <a:pPr marL="342900" lvl="0" indent="-342900" algn="l" rtl="0"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q"/>
            </a:pPr>
            <a:r>
              <a:rPr lang="en-US" altLang="en-GB"/>
              <a:t>AC motor</a:t>
            </a:r>
            <a:endParaRPr lang="en-US" altLang="en-GB"/>
          </a:p>
        </p:txBody>
      </p:sp>
      <p:sp>
        <p:nvSpPr>
          <p:cNvPr id="235" name="Google Shape;235;p21"/>
          <p:cNvSpPr/>
          <p:nvPr/>
        </p:nvSpPr>
        <p:spPr>
          <a:xfrm>
            <a:off x="6483951" y="1537890"/>
            <a:ext cx="1665461" cy="1687635"/>
          </a:xfrm>
          <a:custGeom>
            <a:avLst/>
            <a:gdLst/>
            <a:ahLst/>
            <a:cxnLst/>
            <a:rect l="l" t="t" r="r" b="b"/>
            <a:pathLst>
              <a:path w="16449" h="16668" extrusionOk="0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36" name="Google Shape;236;p21"/>
          <p:cNvSpPr/>
          <p:nvPr/>
        </p:nvSpPr>
        <p:spPr>
          <a:xfrm rot="1473029">
            <a:off x="4969677" y="2380523"/>
            <a:ext cx="973727" cy="948521"/>
          </a:xfrm>
          <a:custGeom>
            <a:avLst/>
            <a:gdLst/>
            <a:ahLst/>
            <a:cxnLst/>
            <a:rect l="l" t="t" r="r" b="b"/>
            <a:pathLst>
              <a:path w="18737" h="18250" extrusionOk="0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161833" y="1376613"/>
            <a:ext cx="426316" cy="414270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38" name="Google Shape;238;p21"/>
          <p:cNvSpPr/>
          <p:nvPr/>
        </p:nvSpPr>
        <p:spPr>
          <a:xfrm rot="2487106">
            <a:off x="5887685" y="3256298"/>
            <a:ext cx="303293" cy="294723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39" name="Google Shape;239;p21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working:</a:t>
            </a:r>
            <a:endParaRPr lang="en-US" altLang="en-GB"/>
          </a:p>
        </p:txBody>
      </p:sp>
      <p:sp>
        <p:nvSpPr>
          <p:cNvPr id="190" name="Google Shape;190;p16"/>
          <p:cNvSpPr txBox="1"/>
          <p:nvPr>
            <p:ph type="body" idx="1"/>
          </p:nvPr>
        </p:nvSpPr>
        <p:spPr>
          <a:xfrm>
            <a:off x="1188175" y="1506350"/>
            <a:ext cx="3002700" cy="20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200" b="1"/>
              <a:t>EDIT IN GOOGLE SLIDES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200"/>
              <a:t>Click on the button under the presentation preview that says </a:t>
            </a:r>
            <a:r>
              <a:rPr lang="en-GB" sz="1200" b="1"/>
              <a:t>"Use as Google Slides Theme"</a:t>
            </a:r>
            <a:r>
              <a:rPr lang="en-GB" sz="1200"/>
              <a:t>.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200"/>
              <a:t>You will get a copy of this document on your Google Drive and will be able to edit, add or delete slides.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200" b="1"/>
              <a:t>You have to be signed in to your Google account.</a:t>
            </a:r>
            <a:endParaRPr lang="en-GB" sz="1200" b="1"/>
          </a:p>
        </p:txBody>
      </p:sp>
      <p:sp>
        <p:nvSpPr>
          <p:cNvPr id="191" name="Google Shape;191;p16"/>
          <p:cNvSpPr txBox="1"/>
          <p:nvPr>
            <p:ph type="body" idx="2"/>
          </p:nvPr>
        </p:nvSpPr>
        <p:spPr>
          <a:xfrm>
            <a:off x="1188175" y="3816375"/>
            <a:ext cx="6426300" cy="5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More info on how to use this template at </a:t>
            </a:r>
            <a:r>
              <a:rPr lang="en-GB" sz="1100" b="1" u="sng">
                <a:solidFill>
                  <a:schemeClr val="dk2"/>
                </a:solidFill>
                <a:hlinkClick r:id="rId1"/>
              </a:rPr>
              <a:t>slidescarnival.com/help-use-presentation-template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2"/>
                </a:solidFill>
              </a:rPr>
              <a:t>This template is free to use under </a:t>
            </a:r>
            <a:r>
              <a:rPr lang="en-GB" sz="1100" u="sng">
                <a:solidFill>
                  <a:schemeClr val="dk2"/>
                </a:solidFill>
                <a:hlinkClick r:id="rId2"/>
              </a:rPr>
              <a:t>Creative Commons Attribution license</a:t>
            </a:r>
            <a:r>
              <a:rPr lang="en-GB" sz="1100">
                <a:solidFill>
                  <a:schemeClr val="dk2"/>
                </a:solidFill>
              </a:rPr>
              <a:t>. You can keep the Credits slide or mention SlidesCarnival and other resources used in a slide footer.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</p:txBody>
      </p:sp>
      <p:sp>
        <p:nvSpPr>
          <p:cNvPr id="192" name="Google Shape;192;p16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3" name="Google Shape;193;p16"/>
          <p:cNvSpPr/>
          <p:nvPr/>
        </p:nvSpPr>
        <p:spPr>
          <a:xfrm>
            <a:off x="7742111" y="3713990"/>
            <a:ext cx="1020301" cy="979373"/>
          </a:xfrm>
          <a:custGeom>
            <a:avLst/>
            <a:gdLst/>
            <a:ahLst/>
            <a:cxnLst/>
            <a:rect l="l" t="t" r="r" b="b"/>
            <a:pathLst>
              <a:path w="483555" h="464158" extrusionOk="0">
                <a:moveTo>
                  <a:pt x="14370" y="311041"/>
                </a:moveTo>
                <a:cubicBezTo>
                  <a:pt x="13208" y="301350"/>
                  <a:pt x="-977" y="305669"/>
                  <a:pt x="54" y="314812"/>
                </a:cubicBezTo>
                <a:cubicBezTo>
                  <a:pt x="5227" y="358303"/>
                  <a:pt x="26648" y="398237"/>
                  <a:pt x="59995" y="426627"/>
                </a:cubicBezTo>
                <a:cubicBezTo>
                  <a:pt x="67120" y="432700"/>
                  <a:pt x="77995" y="422132"/>
                  <a:pt x="70957" y="416191"/>
                </a:cubicBezTo>
                <a:cubicBezTo>
                  <a:pt x="39408" y="389609"/>
                  <a:pt x="19172" y="352011"/>
                  <a:pt x="14370" y="311041"/>
                </a:cubicBezTo>
                <a:close/>
                <a:moveTo>
                  <a:pt x="336880" y="193437"/>
                </a:moveTo>
                <a:cubicBezTo>
                  <a:pt x="334468" y="176358"/>
                  <a:pt x="330303" y="159652"/>
                  <a:pt x="314956" y="149764"/>
                </a:cubicBezTo>
                <a:cubicBezTo>
                  <a:pt x="298096" y="138801"/>
                  <a:pt x="277136" y="134943"/>
                  <a:pt x="257360" y="135008"/>
                </a:cubicBezTo>
                <a:cubicBezTo>
                  <a:pt x="255101" y="134929"/>
                  <a:pt x="252953" y="136054"/>
                  <a:pt x="251747" y="137968"/>
                </a:cubicBezTo>
                <a:cubicBezTo>
                  <a:pt x="221513" y="140051"/>
                  <a:pt x="199128" y="156275"/>
                  <a:pt x="191038" y="185961"/>
                </a:cubicBezTo>
                <a:cubicBezTo>
                  <a:pt x="183255" y="213827"/>
                  <a:pt x="188122" y="259386"/>
                  <a:pt x="214563" y="276487"/>
                </a:cubicBezTo>
                <a:cubicBezTo>
                  <a:pt x="227893" y="285104"/>
                  <a:pt x="244534" y="286924"/>
                  <a:pt x="260056" y="287450"/>
                </a:cubicBezTo>
                <a:cubicBezTo>
                  <a:pt x="318003" y="291681"/>
                  <a:pt x="344510" y="246232"/>
                  <a:pt x="336880" y="193437"/>
                </a:cubicBezTo>
                <a:close/>
                <a:moveTo>
                  <a:pt x="264069" y="272760"/>
                </a:moveTo>
                <a:cubicBezTo>
                  <a:pt x="249708" y="272541"/>
                  <a:pt x="231906" y="271489"/>
                  <a:pt x="220220" y="261973"/>
                </a:cubicBezTo>
                <a:cubicBezTo>
                  <a:pt x="207306" y="251384"/>
                  <a:pt x="204105" y="231060"/>
                  <a:pt x="203031" y="215384"/>
                </a:cubicBezTo>
                <a:cubicBezTo>
                  <a:pt x="201891" y="198787"/>
                  <a:pt x="204719" y="181006"/>
                  <a:pt x="216185" y="168158"/>
                </a:cubicBezTo>
                <a:cubicBezTo>
                  <a:pt x="228003" y="154806"/>
                  <a:pt x="245827" y="152811"/>
                  <a:pt x="262600" y="152000"/>
                </a:cubicBezTo>
                <a:cubicBezTo>
                  <a:pt x="264244" y="151908"/>
                  <a:pt x="265801" y="151241"/>
                  <a:pt x="266985" y="150114"/>
                </a:cubicBezTo>
                <a:cubicBezTo>
                  <a:pt x="282332" y="151211"/>
                  <a:pt x="299411" y="155376"/>
                  <a:pt x="310373" y="165264"/>
                </a:cubicBezTo>
                <a:cubicBezTo>
                  <a:pt x="321840" y="175613"/>
                  <a:pt x="323133" y="196616"/>
                  <a:pt x="323353" y="210999"/>
                </a:cubicBezTo>
                <a:cubicBezTo>
                  <a:pt x="324142" y="248709"/>
                  <a:pt x="303270" y="274580"/>
                  <a:pt x="264069" y="272760"/>
                </a:cubicBezTo>
                <a:close/>
                <a:moveTo>
                  <a:pt x="271414" y="444539"/>
                </a:moveTo>
                <a:cubicBezTo>
                  <a:pt x="155805" y="470849"/>
                  <a:pt x="43398" y="380958"/>
                  <a:pt x="44122" y="262302"/>
                </a:cubicBezTo>
                <a:cubicBezTo>
                  <a:pt x="44122" y="252502"/>
                  <a:pt x="29498" y="252809"/>
                  <a:pt x="29520" y="262302"/>
                </a:cubicBezTo>
                <a:cubicBezTo>
                  <a:pt x="28555" y="390561"/>
                  <a:pt x="149250" y="487818"/>
                  <a:pt x="274351" y="459097"/>
                </a:cubicBezTo>
                <a:cubicBezTo>
                  <a:pt x="283428" y="457080"/>
                  <a:pt x="280951" y="442456"/>
                  <a:pt x="271414" y="444539"/>
                </a:cubicBezTo>
                <a:close/>
                <a:moveTo>
                  <a:pt x="348150" y="137245"/>
                </a:moveTo>
                <a:cubicBezTo>
                  <a:pt x="328966" y="112294"/>
                  <a:pt x="296408" y="110321"/>
                  <a:pt x="267029" y="109072"/>
                </a:cubicBezTo>
                <a:cubicBezTo>
                  <a:pt x="257952" y="108677"/>
                  <a:pt x="254291" y="123344"/>
                  <a:pt x="263871" y="123739"/>
                </a:cubicBezTo>
                <a:cubicBezTo>
                  <a:pt x="287988" y="124770"/>
                  <a:pt x="319450" y="125011"/>
                  <a:pt x="335521" y="145817"/>
                </a:cubicBezTo>
                <a:cubicBezTo>
                  <a:pt x="353389" y="169123"/>
                  <a:pt x="358585" y="191859"/>
                  <a:pt x="354222" y="220580"/>
                </a:cubicBezTo>
                <a:cubicBezTo>
                  <a:pt x="353104" y="230270"/>
                  <a:pt x="367553" y="232309"/>
                  <a:pt x="368627" y="222926"/>
                </a:cubicBezTo>
                <a:cubicBezTo>
                  <a:pt x="370447" y="207184"/>
                  <a:pt x="371850" y="191530"/>
                  <a:pt x="367575" y="176029"/>
                </a:cubicBezTo>
                <a:cubicBezTo>
                  <a:pt x="363562" y="162000"/>
                  <a:pt x="356985" y="148845"/>
                  <a:pt x="348128" y="137245"/>
                </a:cubicBezTo>
                <a:close/>
                <a:moveTo>
                  <a:pt x="311163" y="288349"/>
                </a:moveTo>
                <a:cubicBezTo>
                  <a:pt x="301867" y="288349"/>
                  <a:pt x="302064" y="303148"/>
                  <a:pt x="311777" y="303148"/>
                </a:cubicBezTo>
                <a:cubicBezTo>
                  <a:pt x="321029" y="303148"/>
                  <a:pt x="320853" y="288349"/>
                  <a:pt x="311163" y="288349"/>
                </a:cubicBezTo>
                <a:close/>
                <a:moveTo>
                  <a:pt x="475115" y="172784"/>
                </a:moveTo>
                <a:cubicBezTo>
                  <a:pt x="469348" y="169934"/>
                  <a:pt x="460294" y="171272"/>
                  <a:pt x="454242" y="171140"/>
                </a:cubicBezTo>
                <a:lnTo>
                  <a:pt x="430717" y="170680"/>
                </a:lnTo>
                <a:cubicBezTo>
                  <a:pt x="430652" y="154344"/>
                  <a:pt x="425916" y="138365"/>
                  <a:pt x="417058" y="124638"/>
                </a:cubicBezTo>
                <a:lnTo>
                  <a:pt x="428547" y="109839"/>
                </a:lnTo>
                <a:cubicBezTo>
                  <a:pt x="432318" y="105016"/>
                  <a:pt x="437448" y="99622"/>
                  <a:pt x="438369" y="93220"/>
                </a:cubicBezTo>
                <a:cubicBezTo>
                  <a:pt x="440101" y="81227"/>
                  <a:pt x="425938" y="71405"/>
                  <a:pt x="417957" y="64828"/>
                </a:cubicBezTo>
                <a:cubicBezTo>
                  <a:pt x="409187" y="57637"/>
                  <a:pt x="394805" y="44855"/>
                  <a:pt x="382878" y="44219"/>
                </a:cubicBezTo>
                <a:cubicBezTo>
                  <a:pt x="370951" y="43583"/>
                  <a:pt x="362379" y="58799"/>
                  <a:pt x="355867" y="68643"/>
                </a:cubicBezTo>
                <a:cubicBezTo>
                  <a:pt x="343874" y="58630"/>
                  <a:pt x="329777" y="51469"/>
                  <a:pt x="314627" y="47705"/>
                </a:cubicBezTo>
                <a:cubicBezTo>
                  <a:pt x="314627" y="35186"/>
                  <a:pt x="315635" y="19882"/>
                  <a:pt x="310045" y="9381"/>
                </a:cubicBezTo>
                <a:cubicBezTo>
                  <a:pt x="303095" y="-3774"/>
                  <a:pt x="285117" y="611"/>
                  <a:pt x="273080" y="1049"/>
                </a:cubicBezTo>
                <a:cubicBezTo>
                  <a:pt x="263915" y="1415"/>
                  <a:pt x="254751" y="1882"/>
                  <a:pt x="245609" y="2452"/>
                </a:cubicBezTo>
                <a:cubicBezTo>
                  <a:pt x="240500" y="2781"/>
                  <a:pt x="233901" y="2189"/>
                  <a:pt x="229822" y="5938"/>
                </a:cubicBezTo>
                <a:cubicBezTo>
                  <a:pt x="221272" y="13853"/>
                  <a:pt x="223092" y="34857"/>
                  <a:pt x="224407" y="46148"/>
                </a:cubicBezTo>
                <a:cubicBezTo>
                  <a:pt x="208359" y="49327"/>
                  <a:pt x="194239" y="57527"/>
                  <a:pt x="180558" y="66604"/>
                </a:cubicBezTo>
                <a:cubicBezTo>
                  <a:pt x="175647" y="61544"/>
                  <a:pt x="171087" y="56168"/>
                  <a:pt x="166899" y="50511"/>
                </a:cubicBezTo>
                <a:cubicBezTo>
                  <a:pt x="163523" y="46126"/>
                  <a:pt x="160322" y="43429"/>
                  <a:pt x="154534" y="43320"/>
                </a:cubicBezTo>
                <a:cubicBezTo>
                  <a:pt x="141182" y="43079"/>
                  <a:pt x="126646" y="51585"/>
                  <a:pt x="117021" y="60136"/>
                </a:cubicBezTo>
                <a:cubicBezTo>
                  <a:pt x="108843" y="67415"/>
                  <a:pt x="96697" y="81205"/>
                  <a:pt x="97903" y="93176"/>
                </a:cubicBezTo>
                <a:cubicBezTo>
                  <a:pt x="98560" y="99754"/>
                  <a:pt x="104348" y="105695"/>
                  <a:pt x="108185" y="110716"/>
                </a:cubicBezTo>
                <a:cubicBezTo>
                  <a:pt x="111759" y="115386"/>
                  <a:pt x="115486" y="119924"/>
                  <a:pt x="119301" y="124375"/>
                </a:cubicBezTo>
                <a:cubicBezTo>
                  <a:pt x="106432" y="135995"/>
                  <a:pt x="101761" y="152548"/>
                  <a:pt x="99569" y="169583"/>
                </a:cubicBezTo>
                <a:cubicBezTo>
                  <a:pt x="94329" y="169583"/>
                  <a:pt x="89111" y="169583"/>
                  <a:pt x="83871" y="170044"/>
                </a:cubicBezTo>
                <a:cubicBezTo>
                  <a:pt x="77294" y="170592"/>
                  <a:pt x="67712" y="170614"/>
                  <a:pt x="62231" y="174999"/>
                </a:cubicBezTo>
                <a:cubicBezTo>
                  <a:pt x="52212" y="183023"/>
                  <a:pt x="52080" y="203259"/>
                  <a:pt x="51861" y="214945"/>
                </a:cubicBezTo>
                <a:cubicBezTo>
                  <a:pt x="51642" y="226631"/>
                  <a:pt x="51050" y="244083"/>
                  <a:pt x="62407" y="250923"/>
                </a:cubicBezTo>
                <a:cubicBezTo>
                  <a:pt x="73040" y="257347"/>
                  <a:pt x="87883" y="257128"/>
                  <a:pt x="100819" y="256405"/>
                </a:cubicBezTo>
                <a:cubicBezTo>
                  <a:pt x="102463" y="271447"/>
                  <a:pt x="108076" y="285781"/>
                  <a:pt x="117108" y="297930"/>
                </a:cubicBezTo>
                <a:cubicBezTo>
                  <a:pt x="108054" y="305757"/>
                  <a:pt x="99569" y="317662"/>
                  <a:pt x="96456" y="328734"/>
                </a:cubicBezTo>
                <a:cubicBezTo>
                  <a:pt x="92334" y="343642"/>
                  <a:pt x="108185" y="356578"/>
                  <a:pt x="118051" y="365326"/>
                </a:cubicBezTo>
                <a:cubicBezTo>
                  <a:pt x="127917" y="374074"/>
                  <a:pt x="141686" y="385167"/>
                  <a:pt x="156244" y="382537"/>
                </a:cubicBezTo>
                <a:cubicBezTo>
                  <a:pt x="169596" y="380147"/>
                  <a:pt x="172578" y="369206"/>
                  <a:pt x="178169" y="359318"/>
                </a:cubicBezTo>
                <a:cubicBezTo>
                  <a:pt x="191433" y="369803"/>
                  <a:pt x="206649" y="377546"/>
                  <a:pt x="222938" y="382098"/>
                </a:cubicBezTo>
                <a:cubicBezTo>
                  <a:pt x="222938" y="390057"/>
                  <a:pt x="223289" y="398037"/>
                  <a:pt x="223991" y="405996"/>
                </a:cubicBezTo>
                <a:cubicBezTo>
                  <a:pt x="224495" y="411499"/>
                  <a:pt x="224670" y="417331"/>
                  <a:pt x="228376" y="421716"/>
                </a:cubicBezTo>
                <a:cubicBezTo>
                  <a:pt x="236773" y="431450"/>
                  <a:pt x="255979" y="430486"/>
                  <a:pt x="267598" y="430486"/>
                </a:cubicBezTo>
                <a:cubicBezTo>
                  <a:pt x="301560" y="431889"/>
                  <a:pt x="310768" y="414481"/>
                  <a:pt x="306164" y="382843"/>
                </a:cubicBezTo>
                <a:cubicBezTo>
                  <a:pt x="325129" y="382488"/>
                  <a:pt x="343151" y="374525"/>
                  <a:pt x="356174" y="360744"/>
                </a:cubicBezTo>
                <a:cubicBezTo>
                  <a:pt x="385026" y="392403"/>
                  <a:pt x="400483" y="391197"/>
                  <a:pt x="427078" y="358968"/>
                </a:cubicBezTo>
                <a:cubicBezTo>
                  <a:pt x="435519" y="349277"/>
                  <a:pt x="445889" y="337503"/>
                  <a:pt x="438764" y="324173"/>
                </a:cubicBezTo>
                <a:cubicBezTo>
                  <a:pt x="433414" y="314154"/>
                  <a:pt x="421465" y="307248"/>
                  <a:pt x="410262" y="302249"/>
                </a:cubicBezTo>
                <a:cubicBezTo>
                  <a:pt x="422079" y="288428"/>
                  <a:pt x="429402" y="271322"/>
                  <a:pt x="431222" y="253225"/>
                </a:cubicBezTo>
                <a:cubicBezTo>
                  <a:pt x="438413" y="253225"/>
                  <a:pt x="445604" y="253225"/>
                  <a:pt x="452817" y="253225"/>
                </a:cubicBezTo>
                <a:cubicBezTo>
                  <a:pt x="460030" y="253225"/>
                  <a:pt x="467857" y="253861"/>
                  <a:pt x="473361" y="248731"/>
                </a:cubicBezTo>
                <a:cubicBezTo>
                  <a:pt x="482635" y="240093"/>
                  <a:pt x="482372" y="220229"/>
                  <a:pt x="482854" y="208434"/>
                </a:cubicBezTo>
                <a:cubicBezTo>
                  <a:pt x="483446" y="198370"/>
                  <a:pt x="486077" y="178222"/>
                  <a:pt x="475093" y="172784"/>
                </a:cubicBezTo>
                <a:close/>
                <a:moveTo>
                  <a:pt x="468384" y="207644"/>
                </a:moveTo>
                <a:cubicBezTo>
                  <a:pt x="468208" y="213777"/>
                  <a:pt x="467573" y="219887"/>
                  <a:pt x="466520" y="225929"/>
                </a:cubicBezTo>
                <a:cubicBezTo>
                  <a:pt x="465446" y="232178"/>
                  <a:pt x="465643" y="236672"/>
                  <a:pt x="458934" y="238054"/>
                </a:cubicBezTo>
                <a:cubicBezTo>
                  <a:pt x="450164" y="239873"/>
                  <a:pt x="439553" y="239062"/>
                  <a:pt x="429862" y="238558"/>
                </a:cubicBezTo>
                <a:cubicBezTo>
                  <a:pt x="427231" y="236640"/>
                  <a:pt x="423680" y="236561"/>
                  <a:pt x="420961" y="238361"/>
                </a:cubicBezTo>
                <a:cubicBezTo>
                  <a:pt x="414932" y="239040"/>
                  <a:pt x="413594" y="246473"/>
                  <a:pt x="416949" y="250507"/>
                </a:cubicBezTo>
                <a:cubicBezTo>
                  <a:pt x="415743" y="268680"/>
                  <a:pt x="407784" y="285746"/>
                  <a:pt x="394630" y="298346"/>
                </a:cubicBezTo>
                <a:cubicBezTo>
                  <a:pt x="390705" y="300319"/>
                  <a:pt x="388447" y="305537"/>
                  <a:pt x="390551" y="309045"/>
                </a:cubicBezTo>
                <a:cubicBezTo>
                  <a:pt x="391735" y="312531"/>
                  <a:pt x="394936" y="314987"/>
                  <a:pt x="398488" y="313430"/>
                </a:cubicBezTo>
                <a:cubicBezTo>
                  <a:pt x="406513" y="316388"/>
                  <a:pt x="414011" y="320606"/>
                  <a:pt x="420698" y="325927"/>
                </a:cubicBezTo>
                <a:cubicBezTo>
                  <a:pt x="431660" y="333864"/>
                  <a:pt x="420479" y="345067"/>
                  <a:pt x="413923" y="352061"/>
                </a:cubicBezTo>
                <a:cubicBezTo>
                  <a:pt x="407981" y="358639"/>
                  <a:pt x="398203" y="371662"/>
                  <a:pt x="388140" y="367518"/>
                </a:cubicBezTo>
                <a:cubicBezTo>
                  <a:pt x="378559" y="363572"/>
                  <a:pt x="369504" y="352018"/>
                  <a:pt x="362247" y="344892"/>
                </a:cubicBezTo>
                <a:cubicBezTo>
                  <a:pt x="358717" y="342018"/>
                  <a:pt x="353587" y="342252"/>
                  <a:pt x="350320" y="345440"/>
                </a:cubicBezTo>
                <a:cubicBezTo>
                  <a:pt x="338832" y="361007"/>
                  <a:pt x="320020" y="369423"/>
                  <a:pt x="300749" y="367628"/>
                </a:cubicBezTo>
                <a:cubicBezTo>
                  <a:pt x="299674" y="367536"/>
                  <a:pt x="298600" y="367661"/>
                  <a:pt x="297592" y="368001"/>
                </a:cubicBezTo>
                <a:cubicBezTo>
                  <a:pt x="293623" y="368141"/>
                  <a:pt x="290510" y="371473"/>
                  <a:pt x="290663" y="375442"/>
                </a:cubicBezTo>
                <a:cubicBezTo>
                  <a:pt x="290663" y="375578"/>
                  <a:pt x="290663" y="375714"/>
                  <a:pt x="290685" y="375849"/>
                </a:cubicBezTo>
                <a:cubicBezTo>
                  <a:pt x="291518" y="385014"/>
                  <a:pt x="294018" y="395691"/>
                  <a:pt x="292132" y="404812"/>
                </a:cubicBezTo>
                <a:cubicBezTo>
                  <a:pt x="289502" y="417375"/>
                  <a:pt x="273935" y="415643"/>
                  <a:pt x="264047" y="415358"/>
                </a:cubicBezTo>
                <a:cubicBezTo>
                  <a:pt x="258960" y="415246"/>
                  <a:pt x="253874" y="414792"/>
                  <a:pt x="248831" y="413998"/>
                </a:cubicBezTo>
                <a:cubicBezTo>
                  <a:pt x="242648" y="412968"/>
                  <a:pt x="240390" y="412968"/>
                  <a:pt x="238987" y="406434"/>
                </a:cubicBezTo>
                <a:cubicBezTo>
                  <a:pt x="236795" y="396590"/>
                  <a:pt x="237803" y="385211"/>
                  <a:pt x="237694" y="375192"/>
                </a:cubicBezTo>
                <a:cubicBezTo>
                  <a:pt x="237694" y="375076"/>
                  <a:pt x="237694" y="374957"/>
                  <a:pt x="237694" y="374841"/>
                </a:cubicBezTo>
                <a:cubicBezTo>
                  <a:pt x="237672" y="372460"/>
                  <a:pt x="236203" y="370331"/>
                  <a:pt x="233988" y="369470"/>
                </a:cubicBezTo>
                <a:cubicBezTo>
                  <a:pt x="215243" y="365120"/>
                  <a:pt x="197835" y="356236"/>
                  <a:pt x="183321" y="343598"/>
                </a:cubicBezTo>
                <a:cubicBezTo>
                  <a:pt x="181764" y="342145"/>
                  <a:pt x="179593" y="341553"/>
                  <a:pt x="177533" y="342020"/>
                </a:cubicBezTo>
                <a:cubicBezTo>
                  <a:pt x="167820" y="339586"/>
                  <a:pt x="165540" y="360064"/>
                  <a:pt x="159335" y="364931"/>
                </a:cubicBezTo>
                <a:cubicBezTo>
                  <a:pt x="150763" y="373482"/>
                  <a:pt x="137630" y="361686"/>
                  <a:pt x="130943" y="356052"/>
                </a:cubicBezTo>
                <a:cubicBezTo>
                  <a:pt x="124256" y="350417"/>
                  <a:pt x="109632" y="339718"/>
                  <a:pt x="111649" y="329742"/>
                </a:cubicBezTo>
                <a:cubicBezTo>
                  <a:pt x="113228" y="321871"/>
                  <a:pt x="122195" y="311874"/>
                  <a:pt x="128356" y="307291"/>
                </a:cubicBezTo>
                <a:cubicBezTo>
                  <a:pt x="130110" y="306035"/>
                  <a:pt x="131250" y="304101"/>
                  <a:pt x="131491" y="301964"/>
                </a:cubicBezTo>
                <a:cubicBezTo>
                  <a:pt x="134276" y="300023"/>
                  <a:pt x="134977" y="296184"/>
                  <a:pt x="133048" y="293389"/>
                </a:cubicBezTo>
                <a:cubicBezTo>
                  <a:pt x="132916" y="293207"/>
                  <a:pt x="132784" y="293032"/>
                  <a:pt x="132631" y="292865"/>
                </a:cubicBezTo>
                <a:cubicBezTo>
                  <a:pt x="122677" y="281184"/>
                  <a:pt x="116626" y="266663"/>
                  <a:pt x="115376" y="251362"/>
                </a:cubicBezTo>
                <a:cubicBezTo>
                  <a:pt x="117174" y="246977"/>
                  <a:pt x="114938" y="240685"/>
                  <a:pt x="108558" y="241014"/>
                </a:cubicBezTo>
                <a:cubicBezTo>
                  <a:pt x="97990" y="241584"/>
                  <a:pt x="87138" y="242307"/>
                  <a:pt x="76724" y="239895"/>
                </a:cubicBezTo>
                <a:cubicBezTo>
                  <a:pt x="65016" y="237199"/>
                  <a:pt x="66506" y="223189"/>
                  <a:pt x="66748" y="213367"/>
                </a:cubicBezTo>
                <a:cubicBezTo>
                  <a:pt x="66880" y="207118"/>
                  <a:pt x="66748" y="190587"/>
                  <a:pt x="72427" y="186180"/>
                </a:cubicBezTo>
                <a:cubicBezTo>
                  <a:pt x="75298" y="183988"/>
                  <a:pt x="85120" y="184624"/>
                  <a:pt x="88716" y="184426"/>
                </a:cubicBezTo>
                <a:cubicBezTo>
                  <a:pt x="94899" y="184075"/>
                  <a:pt x="101103" y="184075"/>
                  <a:pt x="107286" y="184426"/>
                </a:cubicBezTo>
                <a:cubicBezTo>
                  <a:pt x="114850" y="184865"/>
                  <a:pt x="118621" y="174823"/>
                  <a:pt x="114170" y="171118"/>
                </a:cubicBezTo>
                <a:cubicBezTo>
                  <a:pt x="115946" y="156560"/>
                  <a:pt x="119169" y="141542"/>
                  <a:pt x="131864" y="132597"/>
                </a:cubicBezTo>
                <a:cubicBezTo>
                  <a:pt x="132872" y="131902"/>
                  <a:pt x="133706" y="130979"/>
                  <a:pt x="134276" y="129900"/>
                </a:cubicBezTo>
                <a:cubicBezTo>
                  <a:pt x="137235" y="126918"/>
                  <a:pt x="137455" y="122187"/>
                  <a:pt x="134802" y="118938"/>
                </a:cubicBezTo>
                <a:cubicBezTo>
                  <a:pt x="130833" y="114443"/>
                  <a:pt x="126996" y="109861"/>
                  <a:pt x="123291" y="105147"/>
                </a:cubicBezTo>
                <a:cubicBezTo>
                  <a:pt x="120682" y="101815"/>
                  <a:pt x="114894" y="96487"/>
                  <a:pt x="113820" y="92387"/>
                </a:cubicBezTo>
                <a:cubicBezTo>
                  <a:pt x="109983" y="79583"/>
                  <a:pt x="145018" y="51980"/>
                  <a:pt x="155476" y="60399"/>
                </a:cubicBezTo>
                <a:cubicBezTo>
                  <a:pt x="158633" y="62942"/>
                  <a:pt x="161089" y="67831"/>
                  <a:pt x="163830" y="70945"/>
                </a:cubicBezTo>
                <a:cubicBezTo>
                  <a:pt x="167206" y="74740"/>
                  <a:pt x="170780" y="78342"/>
                  <a:pt x="174551" y="81732"/>
                </a:cubicBezTo>
                <a:cubicBezTo>
                  <a:pt x="176875" y="83913"/>
                  <a:pt x="180448" y="84106"/>
                  <a:pt x="182992" y="82192"/>
                </a:cubicBezTo>
                <a:cubicBezTo>
                  <a:pt x="198339" y="71975"/>
                  <a:pt x="213533" y="61430"/>
                  <a:pt x="232344" y="59719"/>
                </a:cubicBezTo>
                <a:cubicBezTo>
                  <a:pt x="236575" y="59255"/>
                  <a:pt x="239645" y="55444"/>
                  <a:pt x="239184" y="51208"/>
                </a:cubicBezTo>
                <a:cubicBezTo>
                  <a:pt x="239118" y="50772"/>
                  <a:pt x="239053" y="50340"/>
                  <a:pt x="238921" y="49919"/>
                </a:cubicBezTo>
                <a:cubicBezTo>
                  <a:pt x="239404" y="48801"/>
                  <a:pt x="239557" y="47571"/>
                  <a:pt x="239382" y="46367"/>
                </a:cubicBezTo>
                <a:cubicBezTo>
                  <a:pt x="238286" y="37444"/>
                  <a:pt x="237189" y="26087"/>
                  <a:pt x="239996" y="17076"/>
                </a:cubicBezTo>
                <a:cubicBezTo>
                  <a:pt x="245740" y="15805"/>
                  <a:pt x="253852" y="16638"/>
                  <a:pt x="258894" y="16375"/>
                </a:cubicBezTo>
                <a:cubicBezTo>
                  <a:pt x="267358" y="15936"/>
                  <a:pt x="275820" y="15579"/>
                  <a:pt x="284261" y="15300"/>
                </a:cubicBezTo>
                <a:cubicBezTo>
                  <a:pt x="296648" y="13963"/>
                  <a:pt x="299104" y="16068"/>
                  <a:pt x="298644" y="28630"/>
                </a:cubicBezTo>
                <a:cubicBezTo>
                  <a:pt x="299148" y="37269"/>
                  <a:pt x="299587" y="45929"/>
                  <a:pt x="300047" y="54567"/>
                </a:cubicBezTo>
                <a:cubicBezTo>
                  <a:pt x="300025" y="58115"/>
                  <a:pt x="302897" y="61004"/>
                  <a:pt x="306449" y="61020"/>
                </a:cubicBezTo>
                <a:cubicBezTo>
                  <a:pt x="306558" y="61022"/>
                  <a:pt x="306668" y="61017"/>
                  <a:pt x="306778" y="61013"/>
                </a:cubicBezTo>
                <a:cubicBezTo>
                  <a:pt x="323155" y="64446"/>
                  <a:pt x="338262" y="72390"/>
                  <a:pt x="350386" y="83946"/>
                </a:cubicBezTo>
                <a:cubicBezTo>
                  <a:pt x="352403" y="85992"/>
                  <a:pt x="355560" y="86397"/>
                  <a:pt x="358037" y="84933"/>
                </a:cubicBezTo>
                <a:cubicBezTo>
                  <a:pt x="360339" y="85104"/>
                  <a:pt x="362576" y="84014"/>
                  <a:pt x="363847" y="82082"/>
                </a:cubicBezTo>
                <a:cubicBezTo>
                  <a:pt x="367662" y="77018"/>
                  <a:pt x="376257" y="60158"/>
                  <a:pt x="383207" y="59807"/>
                </a:cubicBezTo>
                <a:cubicBezTo>
                  <a:pt x="386583" y="59676"/>
                  <a:pt x="394958" y="66582"/>
                  <a:pt x="397545" y="68336"/>
                </a:cubicBezTo>
                <a:cubicBezTo>
                  <a:pt x="404693" y="73269"/>
                  <a:pt x="411424" y="78792"/>
                  <a:pt x="417650" y="84845"/>
                </a:cubicBezTo>
                <a:cubicBezTo>
                  <a:pt x="422693" y="89800"/>
                  <a:pt x="424381" y="90567"/>
                  <a:pt x="420259" y="96947"/>
                </a:cubicBezTo>
                <a:cubicBezTo>
                  <a:pt x="414647" y="105717"/>
                  <a:pt x="407324" y="113588"/>
                  <a:pt x="400988" y="121744"/>
                </a:cubicBezTo>
                <a:cubicBezTo>
                  <a:pt x="398357" y="124978"/>
                  <a:pt x="398861" y="129727"/>
                  <a:pt x="402084" y="132353"/>
                </a:cubicBezTo>
                <a:cubicBezTo>
                  <a:pt x="402917" y="133037"/>
                  <a:pt x="403904" y="133531"/>
                  <a:pt x="404956" y="133802"/>
                </a:cubicBezTo>
                <a:cubicBezTo>
                  <a:pt x="412980" y="146576"/>
                  <a:pt x="416817" y="161539"/>
                  <a:pt x="415918" y="176599"/>
                </a:cubicBezTo>
                <a:cubicBezTo>
                  <a:pt x="415458" y="179594"/>
                  <a:pt x="417497" y="182398"/>
                  <a:pt x="420501" y="182870"/>
                </a:cubicBezTo>
                <a:cubicBezTo>
                  <a:pt x="421882" y="184446"/>
                  <a:pt x="423899" y="185336"/>
                  <a:pt x="426003" y="185303"/>
                </a:cubicBezTo>
                <a:cubicBezTo>
                  <a:pt x="439772" y="185720"/>
                  <a:pt x="453475" y="185632"/>
                  <a:pt x="467243" y="186005"/>
                </a:cubicBezTo>
                <a:cubicBezTo>
                  <a:pt x="466651" y="186005"/>
                  <a:pt x="467660" y="187649"/>
                  <a:pt x="467770" y="189315"/>
                </a:cubicBezTo>
                <a:cubicBezTo>
                  <a:pt x="468121" y="195498"/>
                  <a:pt x="468537" y="201505"/>
                  <a:pt x="468362" y="207644"/>
                </a:cubicBezTo>
                <a:close/>
                <a:moveTo>
                  <a:pt x="342734" y="248753"/>
                </a:moveTo>
                <a:cubicBezTo>
                  <a:pt x="340673" y="256992"/>
                  <a:pt x="336178" y="264409"/>
                  <a:pt x="329799" y="270020"/>
                </a:cubicBezTo>
                <a:cubicBezTo>
                  <a:pt x="327058" y="273034"/>
                  <a:pt x="327234" y="277691"/>
                  <a:pt x="330215" y="280478"/>
                </a:cubicBezTo>
                <a:cubicBezTo>
                  <a:pt x="333526" y="283438"/>
                  <a:pt x="337757" y="282078"/>
                  <a:pt x="340629" y="279447"/>
                </a:cubicBezTo>
                <a:cubicBezTo>
                  <a:pt x="348851" y="271859"/>
                  <a:pt x="354595" y="261987"/>
                  <a:pt x="357138" y="251099"/>
                </a:cubicBezTo>
                <a:cubicBezTo>
                  <a:pt x="359397" y="241540"/>
                  <a:pt x="344948" y="239632"/>
                  <a:pt x="342712" y="2487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WhatsApp Image 2021-11-01 at 11.29.38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1275715"/>
            <a:ext cx="7397115" cy="383476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implementation:</a:t>
            </a:r>
            <a:endParaRPr lang="en-US" altLang="en-GB"/>
          </a:p>
        </p:txBody>
      </p:sp>
      <p:sp>
        <p:nvSpPr>
          <p:cNvPr id="247" name="Google Shape;247;p22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48" name="Google Shape;248;p22"/>
          <p:cNvSpPr/>
          <p:nvPr/>
        </p:nvSpPr>
        <p:spPr>
          <a:xfrm>
            <a:off x="7819311" y="3787170"/>
            <a:ext cx="916601" cy="810362"/>
          </a:xfrm>
          <a:custGeom>
            <a:avLst/>
            <a:gdLst/>
            <a:ahLst/>
            <a:cxnLst/>
            <a:rect l="l" t="t" r="r" b="b"/>
            <a:pathLst>
              <a:path w="434408" h="384058" extrusionOk="0">
                <a:moveTo>
                  <a:pt x="13054" y="208885"/>
                </a:moveTo>
                <a:cubicBezTo>
                  <a:pt x="44581" y="177358"/>
                  <a:pt x="76043" y="145699"/>
                  <a:pt x="104084" y="110970"/>
                </a:cubicBezTo>
                <a:cubicBezTo>
                  <a:pt x="110179" y="103428"/>
                  <a:pt x="99370" y="93957"/>
                  <a:pt x="93122" y="101543"/>
                </a:cubicBezTo>
                <a:cubicBezTo>
                  <a:pt x="65081" y="136271"/>
                  <a:pt x="33641" y="167930"/>
                  <a:pt x="2113" y="199458"/>
                </a:cubicBezTo>
                <a:cubicBezTo>
                  <a:pt x="-4596" y="206342"/>
                  <a:pt x="6213" y="215726"/>
                  <a:pt x="13054" y="208885"/>
                </a:cubicBezTo>
                <a:close/>
                <a:moveTo>
                  <a:pt x="133639" y="85691"/>
                </a:moveTo>
                <a:lnTo>
                  <a:pt x="151967" y="68744"/>
                </a:lnTo>
                <a:cubicBezTo>
                  <a:pt x="154730" y="65720"/>
                  <a:pt x="154533" y="61046"/>
                  <a:pt x="151529" y="58264"/>
                </a:cubicBezTo>
                <a:cubicBezTo>
                  <a:pt x="148218" y="55370"/>
                  <a:pt x="144009" y="56619"/>
                  <a:pt x="141115" y="59316"/>
                </a:cubicBezTo>
                <a:lnTo>
                  <a:pt x="122808" y="76264"/>
                </a:lnTo>
                <a:cubicBezTo>
                  <a:pt x="120067" y="79278"/>
                  <a:pt x="120243" y="83935"/>
                  <a:pt x="123224" y="86722"/>
                </a:cubicBezTo>
                <a:cubicBezTo>
                  <a:pt x="126667" y="89682"/>
                  <a:pt x="130854" y="88366"/>
                  <a:pt x="133748" y="85691"/>
                </a:cubicBezTo>
                <a:close/>
                <a:moveTo>
                  <a:pt x="428173" y="39409"/>
                </a:moveTo>
                <a:cubicBezTo>
                  <a:pt x="425345" y="30178"/>
                  <a:pt x="411379" y="35769"/>
                  <a:pt x="414075" y="44561"/>
                </a:cubicBezTo>
                <a:cubicBezTo>
                  <a:pt x="420960" y="66788"/>
                  <a:pt x="421420" y="90504"/>
                  <a:pt x="415435" y="112987"/>
                </a:cubicBezTo>
                <a:cubicBezTo>
                  <a:pt x="412957" y="122525"/>
                  <a:pt x="427472" y="124410"/>
                  <a:pt x="429839" y="115333"/>
                </a:cubicBezTo>
                <a:cubicBezTo>
                  <a:pt x="436416" y="90377"/>
                  <a:pt x="435890" y="64074"/>
                  <a:pt x="428282" y="39409"/>
                </a:cubicBezTo>
                <a:close/>
                <a:moveTo>
                  <a:pt x="355252" y="29850"/>
                </a:moveTo>
                <a:cubicBezTo>
                  <a:pt x="330082" y="690"/>
                  <a:pt x="264638" y="-12925"/>
                  <a:pt x="241244" y="24895"/>
                </a:cubicBezTo>
                <a:cubicBezTo>
                  <a:pt x="200004" y="60697"/>
                  <a:pt x="156440" y="95053"/>
                  <a:pt x="117634" y="133421"/>
                </a:cubicBezTo>
                <a:cubicBezTo>
                  <a:pt x="99809" y="151092"/>
                  <a:pt x="88540" y="173653"/>
                  <a:pt x="70890" y="191214"/>
                </a:cubicBezTo>
                <a:cubicBezTo>
                  <a:pt x="50566" y="211451"/>
                  <a:pt x="28708" y="230328"/>
                  <a:pt x="7638" y="249775"/>
                </a:cubicBezTo>
                <a:cubicBezTo>
                  <a:pt x="4986" y="251893"/>
                  <a:pt x="4525" y="255769"/>
                  <a:pt x="6651" y="258431"/>
                </a:cubicBezTo>
                <a:cubicBezTo>
                  <a:pt x="7178" y="259093"/>
                  <a:pt x="7835" y="259639"/>
                  <a:pt x="8581" y="260035"/>
                </a:cubicBezTo>
                <a:cubicBezTo>
                  <a:pt x="8581" y="260189"/>
                  <a:pt x="8581" y="260320"/>
                  <a:pt x="8581" y="260474"/>
                </a:cubicBezTo>
                <a:cubicBezTo>
                  <a:pt x="5928" y="298776"/>
                  <a:pt x="3780" y="337210"/>
                  <a:pt x="1302" y="375468"/>
                </a:cubicBezTo>
                <a:cubicBezTo>
                  <a:pt x="1192" y="376755"/>
                  <a:pt x="1455" y="378047"/>
                  <a:pt x="2091" y="379173"/>
                </a:cubicBezTo>
                <a:cubicBezTo>
                  <a:pt x="2990" y="382245"/>
                  <a:pt x="5906" y="384273"/>
                  <a:pt x="9107" y="384041"/>
                </a:cubicBezTo>
                <a:cubicBezTo>
                  <a:pt x="51224" y="382944"/>
                  <a:pt x="90030" y="370645"/>
                  <a:pt x="129276" y="356328"/>
                </a:cubicBezTo>
                <a:cubicBezTo>
                  <a:pt x="132389" y="355274"/>
                  <a:pt x="134428" y="352250"/>
                  <a:pt x="134209" y="348961"/>
                </a:cubicBezTo>
                <a:lnTo>
                  <a:pt x="340540" y="141314"/>
                </a:lnTo>
                <a:cubicBezTo>
                  <a:pt x="342141" y="139898"/>
                  <a:pt x="342974" y="137789"/>
                  <a:pt x="342733" y="135657"/>
                </a:cubicBezTo>
                <a:cubicBezTo>
                  <a:pt x="376365" y="110905"/>
                  <a:pt x="383315" y="62210"/>
                  <a:pt x="355361" y="29850"/>
                </a:cubicBezTo>
                <a:close/>
                <a:moveTo>
                  <a:pt x="79002" y="203360"/>
                </a:moveTo>
                <a:cubicBezTo>
                  <a:pt x="97069" y="186084"/>
                  <a:pt x="108316" y="163458"/>
                  <a:pt x="125833" y="145611"/>
                </a:cubicBezTo>
                <a:cubicBezTo>
                  <a:pt x="145215" y="125879"/>
                  <a:pt x="167074" y="108471"/>
                  <a:pt x="187880" y="90274"/>
                </a:cubicBezTo>
                <a:cubicBezTo>
                  <a:pt x="194457" y="101411"/>
                  <a:pt x="201254" y="112549"/>
                  <a:pt x="208752" y="123160"/>
                </a:cubicBezTo>
                <a:cubicBezTo>
                  <a:pt x="159071" y="166297"/>
                  <a:pt x="112021" y="212369"/>
                  <a:pt x="67865" y="261132"/>
                </a:cubicBezTo>
                <a:cubicBezTo>
                  <a:pt x="53417" y="259321"/>
                  <a:pt x="39056" y="256736"/>
                  <a:pt x="24871" y="253392"/>
                </a:cubicBezTo>
                <a:cubicBezTo>
                  <a:pt x="43002" y="236817"/>
                  <a:pt x="61288" y="220352"/>
                  <a:pt x="79024" y="203360"/>
                </a:cubicBezTo>
                <a:close/>
                <a:moveTo>
                  <a:pt x="217324" y="134671"/>
                </a:moveTo>
                <a:cubicBezTo>
                  <a:pt x="223902" y="143123"/>
                  <a:pt x="231159" y="151027"/>
                  <a:pt x="239030" y="158306"/>
                </a:cubicBezTo>
                <a:cubicBezTo>
                  <a:pt x="200092" y="206871"/>
                  <a:pt x="157580" y="252469"/>
                  <a:pt x="111868" y="294720"/>
                </a:cubicBezTo>
                <a:cubicBezTo>
                  <a:pt x="100554" y="295851"/>
                  <a:pt x="89395" y="298309"/>
                  <a:pt x="78652" y="302043"/>
                </a:cubicBezTo>
                <a:cubicBezTo>
                  <a:pt x="79222" y="290949"/>
                  <a:pt x="79792" y="279862"/>
                  <a:pt x="80384" y="268783"/>
                </a:cubicBezTo>
                <a:cubicBezTo>
                  <a:pt x="123334" y="221400"/>
                  <a:pt x="169069" y="176617"/>
                  <a:pt x="217346" y="134671"/>
                </a:cubicBezTo>
                <a:close/>
                <a:moveTo>
                  <a:pt x="40920" y="366194"/>
                </a:moveTo>
                <a:cubicBezTo>
                  <a:pt x="41073" y="365475"/>
                  <a:pt x="41161" y="364738"/>
                  <a:pt x="41161" y="364002"/>
                </a:cubicBezTo>
                <a:lnTo>
                  <a:pt x="42827" y="365843"/>
                </a:lnTo>
                <a:close/>
                <a:moveTo>
                  <a:pt x="58963" y="362752"/>
                </a:moveTo>
                <a:cubicBezTo>
                  <a:pt x="58701" y="361467"/>
                  <a:pt x="58087" y="360279"/>
                  <a:pt x="57209" y="359310"/>
                </a:cubicBezTo>
                <a:lnTo>
                  <a:pt x="22262" y="320394"/>
                </a:lnTo>
                <a:cubicBezTo>
                  <a:pt x="21560" y="319593"/>
                  <a:pt x="20661" y="318977"/>
                  <a:pt x="19675" y="318596"/>
                </a:cubicBezTo>
                <a:cubicBezTo>
                  <a:pt x="20727" y="301846"/>
                  <a:pt x="21780" y="285102"/>
                  <a:pt x="22810" y="268367"/>
                </a:cubicBezTo>
                <a:cubicBezTo>
                  <a:pt x="36841" y="271638"/>
                  <a:pt x="51048" y="274157"/>
                  <a:pt x="65343" y="275909"/>
                </a:cubicBezTo>
                <a:cubicBezTo>
                  <a:pt x="64708" y="287820"/>
                  <a:pt x="64094" y="299734"/>
                  <a:pt x="63480" y="311646"/>
                </a:cubicBezTo>
                <a:cubicBezTo>
                  <a:pt x="63326" y="313209"/>
                  <a:pt x="63765" y="314777"/>
                  <a:pt x="64708" y="316031"/>
                </a:cubicBezTo>
                <a:cubicBezTo>
                  <a:pt x="65651" y="319225"/>
                  <a:pt x="68983" y="321058"/>
                  <a:pt x="72184" y="320122"/>
                </a:cubicBezTo>
                <a:cubicBezTo>
                  <a:pt x="72579" y="320008"/>
                  <a:pt x="72952" y="319857"/>
                  <a:pt x="73302" y="319670"/>
                </a:cubicBezTo>
                <a:cubicBezTo>
                  <a:pt x="84483" y="314906"/>
                  <a:pt x="96235" y="311655"/>
                  <a:pt x="108272" y="310001"/>
                </a:cubicBezTo>
                <a:cubicBezTo>
                  <a:pt x="108995" y="322277"/>
                  <a:pt x="110990" y="334443"/>
                  <a:pt x="114213" y="346309"/>
                </a:cubicBezTo>
                <a:cubicBezTo>
                  <a:pt x="96147" y="352890"/>
                  <a:pt x="77709" y="358380"/>
                  <a:pt x="58985" y="362752"/>
                </a:cubicBezTo>
                <a:close/>
                <a:moveTo>
                  <a:pt x="126930" y="336004"/>
                </a:moveTo>
                <a:cubicBezTo>
                  <a:pt x="124496" y="325504"/>
                  <a:pt x="123093" y="314790"/>
                  <a:pt x="122764" y="304016"/>
                </a:cubicBezTo>
                <a:cubicBezTo>
                  <a:pt x="168477" y="261726"/>
                  <a:pt x="210989" y="216092"/>
                  <a:pt x="249927" y="167492"/>
                </a:cubicBezTo>
                <a:cubicBezTo>
                  <a:pt x="258609" y="174100"/>
                  <a:pt x="268102" y="179559"/>
                  <a:pt x="278187" y="183738"/>
                </a:cubicBezTo>
                <a:close/>
                <a:moveTo>
                  <a:pt x="289873" y="172030"/>
                </a:moveTo>
                <a:cubicBezTo>
                  <a:pt x="246988" y="156508"/>
                  <a:pt x="221425" y="118096"/>
                  <a:pt x="199412" y="80188"/>
                </a:cubicBezTo>
                <a:lnTo>
                  <a:pt x="214430" y="67034"/>
                </a:lnTo>
                <a:cubicBezTo>
                  <a:pt x="217522" y="73918"/>
                  <a:pt x="222696" y="79487"/>
                  <a:pt x="228199" y="85034"/>
                </a:cubicBezTo>
                <a:cubicBezTo>
                  <a:pt x="238328" y="95250"/>
                  <a:pt x="248677" y="105270"/>
                  <a:pt x="258893" y="115377"/>
                </a:cubicBezTo>
                <a:cubicBezTo>
                  <a:pt x="273912" y="130220"/>
                  <a:pt x="288579" y="146072"/>
                  <a:pt x="308772" y="152912"/>
                </a:cubicBezTo>
                <a:close/>
                <a:moveTo>
                  <a:pt x="329929" y="126953"/>
                </a:moveTo>
                <a:cubicBezTo>
                  <a:pt x="327101" y="128519"/>
                  <a:pt x="325785" y="131882"/>
                  <a:pt x="326794" y="134956"/>
                </a:cubicBezTo>
                <a:lnTo>
                  <a:pt x="320589" y="141204"/>
                </a:lnTo>
                <a:cubicBezTo>
                  <a:pt x="319800" y="140634"/>
                  <a:pt x="318901" y="140231"/>
                  <a:pt x="317959" y="140020"/>
                </a:cubicBezTo>
                <a:cubicBezTo>
                  <a:pt x="297700" y="135241"/>
                  <a:pt x="283230" y="117986"/>
                  <a:pt x="269001" y="103933"/>
                </a:cubicBezTo>
                <a:lnTo>
                  <a:pt x="244445" y="79684"/>
                </a:lnTo>
                <a:cubicBezTo>
                  <a:pt x="237407" y="72712"/>
                  <a:pt x="229405" y="66244"/>
                  <a:pt x="226752" y="56488"/>
                </a:cubicBezTo>
                <a:lnTo>
                  <a:pt x="248852" y="37282"/>
                </a:lnTo>
                <a:cubicBezTo>
                  <a:pt x="250584" y="36602"/>
                  <a:pt x="251987" y="35318"/>
                  <a:pt x="252842" y="33664"/>
                </a:cubicBezTo>
                <a:cubicBezTo>
                  <a:pt x="262094" y="16125"/>
                  <a:pt x="283537" y="15708"/>
                  <a:pt x="300704" y="18602"/>
                </a:cubicBezTo>
                <a:cubicBezTo>
                  <a:pt x="318857" y="21628"/>
                  <a:pt x="335585" y="28183"/>
                  <a:pt x="346855" y="43355"/>
                </a:cubicBezTo>
                <a:cubicBezTo>
                  <a:pt x="367442" y="71046"/>
                  <a:pt x="358848" y="109129"/>
                  <a:pt x="329929" y="126953"/>
                </a:cubicBezTo>
                <a:close/>
                <a:moveTo>
                  <a:pt x="374699" y="1720"/>
                </a:moveTo>
                <a:cubicBezTo>
                  <a:pt x="367639" y="-4353"/>
                  <a:pt x="357642" y="7136"/>
                  <a:pt x="364701" y="13209"/>
                </a:cubicBezTo>
                <a:cubicBezTo>
                  <a:pt x="399145" y="42917"/>
                  <a:pt x="389674" y="103099"/>
                  <a:pt x="370139" y="138179"/>
                </a:cubicBezTo>
                <a:cubicBezTo>
                  <a:pt x="365381" y="146773"/>
                  <a:pt x="378624" y="152561"/>
                  <a:pt x="383293" y="144208"/>
                </a:cubicBezTo>
                <a:cubicBezTo>
                  <a:pt x="405963" y="103428"/>
                  <a:pt x="414163" y="35769"/>
                  <a:pt x="374699" y="1720"/>
                </a:cubicBezTo>
                <a:close/>
                <a:moveTo>
                  <a:pt x="312960" y="38861"/>
                </a:moveTo>
                <a:cubicBezTo>
                  <a:pt x="296823" y="29499"/>
                  <a:pt x="276959" y="33182"/>
                  <a:pt x="263848" y="45876"/>
                </a:cubicBezTo>
                <a:cubicBezTo>
                  <a:pt x="256855" y="52673"/>
                  <a:pt x="267751" y="62035"/>
                  <a:pt x="274811" y="55304"/>
                </a:cubicBezTo>
                <a:cubicBezTo>
                  <a:pt x="283449" y="46929"/>
                  <a:pt x="296275" y="46644"/>
                  <a:pt x="306316" y="52454"/>
                </a:cubicBezTo>
                <a:cubicBezTo>
                  <a:pt x="314143" y="57080"/>
                  <a:pt x="321094" y="43640"/>
                  <a:pt x="312938" y="3886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Pentagon 2"/>
          <p:cNvSpPr/>
          <p:nvPr/>
        </p:nvSpPr>
        <p:spPr>
          <a:xfrm>
            <a:off x="827405" y="1707515"/>
            <a:ext cx="1080135" cy="50419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Pentagon 3"/>
          <p:cNvSpPr/>
          <p:nvPr/>
        </p:nvSpPr>
        <p:spPr>
          <a:xfrm>
            <a:off x="827405" y="3363595"/>
            <a:ext cx="1080135" cy="50419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Pentagon 4"/>
          <p:cNvSpPr/>
          <p:nvPr/>
        </p:nvSpPr>
        <p:spPr>
          <a:xfrm>
            <a:off x="827405" y="2499995"/>
            <a:ext cx="1080135" cy="50419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23925" y="1837690"/>
            <a:ext cx="801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DHT 11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899795" y="2600325"/>
            <a:ext cx="748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LM 35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27405" y="3480435"/>
            <a:ext cx="942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moisture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2411730" y="2283460"/>
            <a:ext cx="1296035" cy="7200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2600325" y="2419985"/>
            <a:ext cx="104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LoRa transmitter</a:t>
            </a:r>
            <a:endParaRPr lang="en-US"/>
          </a:p>
        </p:txBody>
      </p:sp>
      <p:cxnSp>
        <p:nvCxnSpPr>
          <p:cNvPr id="11" name="Elbow Connector 10"/>
          <p:cNvCxnSpPr>
            <a:stCxn id="3" idx="3"/>
            <a:endCxn id="9" idx="1"/>
          </p:cNvCxnSpPr>
          <p:nvPr/>
        </p:nvCxnSpPr>
        <p:spPr>
          <a:xfrm>
            <a:off x="1907540" y="1959610"/>
            <a:ext cx="504190" cy="683895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" idx="3"/>
            <a:endCxn id="9" idx="1"/>
          </p:cNvCxnSpPr>
          <p:nvPr/>
        </p:nvCxnSpPr>
        <p:spPr>
          <a:xfrm flipV="1">
            <a:off x="1907540" y="2643505"/>
            <a:ext cx="504190" cy="108585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4" idx="3"/>
            <a:endCxn id="9" idx="1"/>
          </p:cNvCxnSpPr>
          <p:nvPr/>
        </p:nvCxnSpPr>
        <p:spPr>
          <a:xfrm flipV="1">
            <a:off x="1907540" y="2643505"/>
            <a:ext cx="504190" cy="972185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4140200" y="2427605"/>
            <a:ext cx="1727835" cy="4324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324350" y="2534285"/>
            <a:ext cx="135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LCD Display</a:t>
            </a:r>
            <a:endParaRPr lang="en-US"/>
          </a:p>
        </p:txBody>
      </p:sp>
      <p:cxnSp>
        <p:nvCxnSpPr>
          <p:cNvPr id="18" name="Elbow Connector 17"/>
          <p:cNvCxnSpPr>
            <a:stCxn id="9" idx="3"/>
            <a:endCxn id="15" idx="1"/>
          </p:cNvCxnSpPr>
          <p:nvPr/>
        </p:nvCxnSpPr>
        <p:spPr>
          <a:xfrm>
            <a:off x="3707765" y="2643505"/>
            <a:ext cx="432435" cy="3175"/>
          </a:xfrm>
          <a:prstGeom prst="bentConnector3">
            <a:avLst>
              <a:gd name="adj1" fmla="val 50073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s 18"/>
          <p:cNvSpPr/>
          <p:nvPr/>
        </p:nvSpPr>
        <p:spPr>
          <a:xfrm>
            <a:off x="6516370" y="1779905"/>
            <a:ext cx="1367790" cy="503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804025" y="1761490"/>
            <a:ext cx="949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App or Gmail</a:t>
            </a:r>
            <a:endParaRPr lang="en-US"/>
          </a:p>
        </p:txBody>
      </p:sp>
      <p:sp>
        <p:nvSpPr>
          <p:cNvPr id="21" name="Rectangles 20"/>
          <p:cNvSpPr/>
          <p:nvPr/>
        </p:nvSpPr>
        <p:spPr>
          <a:xfrm>
            <a:off x="6702425" y="2646680"/>
            <a:ext cx="1152525" cy="5759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2" name="Elbow Connector 21"/>
          <p:cNvCxnSpPr>
            <a:stCxn id="15" idx="3"/>
            <a:endCxn id="19" idx="1"/>
          </p:cNvCxnSpPr>
          <p:nvPr/>
        </p:nvCxnSpPr>
        <p:spPr>
          <a:xfrm flipV="1">
            <a:off x="5868035" y="2032000"/>
            <a:ext cx="648335" cy="612140"/>
          </a:xfrm>
          <a:prstGeom prst="bentConnector3">
            <a:avLst>
              <a:gd name="adj1" fmla="val 50049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5003800" y="3723640"/>
            <a:ext cx="1152525" cy="5759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>
            <a:off x="2987675" y="3723640"/>
            <a:ext cx="1152525" cy="5759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6" name="Elbow Connector 25"/>
          <p:cNvCxnSpPr>
            <a:stCxn id="20" idx="2"/>
            <a:endCxn id="21" idx="0"/>
          </p:cNvCxnSpPr>
          <p:nvPr/>
        </p:nvCxnSpPr>
        <p:spPr>
          <a:xfrm rot="5400000">
            <a:off x="7097395" y="2465070"/>
            <a:ext cx="363220" cy="3175"/>
          </a:xfrm>
          <a:prstGeom prst="bentConnector2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1" idx="2"/>
            <a:endCxn id="24" idx="3"/>
          </p:cNvCxnSpPr>
          <p:nvPr/>
        </p:nvCxnSpPr>
        <p:spPr>
          <a:xfrm rot="5400000">
            <a:off x="6323330" y="3055620"/>
            <a:ext cx="789305" cy="1122680"/>
          </a:xfrm>
          <a:prstGeom prst="bentConnector2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24" idx="1"/>
            <a:endCxn id="25" idx="3"/>
          </p:cNvCxnSpPr>
          <p:nvPr/>
        </p:nvCxnSpPr>
        <p:spPr>
          <a:xfrm rot="10800000">
            <a:off x="4140200" y="4011930"/>
            <a:ext cx="863600" cy="3175"/>
          </a:xfrm>
          <a:prstGeom prst="bentConnector2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Box 29"/>
          <p:cNvSpPr txBox="1"/>
          <p:nvPr/>
        </p:nvSpPr>
        <p:spPr>
          <a:xfrm>
            <a:off x="6804025" y="2715895"/>
            <a:ext cx="7766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Turn on func</a:t>
            </a:r>
            <a:endParaRPr lang="en-US"/>
          </a:p>
          <a:p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3133090" y="3796030"/>
            <a:ext cx="8623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Turn off func</a:t>
            </a:r>
            <a:endParaRPr lang="en-US"/>
          </a:p>
          <a:p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5125720" y="3752850"/>
            <a:ext cx="908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complete func</a:t>
            </a:r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>
            <p:ph type="ctrTitle" idx="4294967295"/>
          </p:nvPr>
        </p:nvSpPr>
        <p:spPr>
          <a:xfrm>
            <a:off x="755650" y="555625"/>
            <a:ext cx="4173855" cy="795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accent4"/>
                </a:solidFill>
              </a:rPr>
              <a:t>revenue stream:</a:t>
            </a:r>
            <a:endParaRPr lang="en-US" sz="6000">
              <a:solidFill>
                <a:schemeClr val="accent4"/>
              </a:solidFill>
            </a:endParaRPr>
          </a:p>
        </p:txBody>
      </p:sp>
      <p:sp>
        <p:nvSpPr>
          <p:cNvPr id="332" name="Google Shape;332;p30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1259840" y="1635125"/>
            <a:ext cx="375729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sz="2000">
                <a:sym typeface="+mn-ea"/>
              </a:rPr>
              <a:t>Product price            : 4000</a:t>
            </a:r>
            <a:endParaRPr lang="en-US" sz="2000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sz="2000">
                <a:sym typeface="+mn-ea"/>
              </a:rPr>
              <a:t>Product price with</a:t>
            </a:r>
            <a:endParaRPr lang="en-US" sz="200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    packaging&amp;              : 5000</a:t>
            </a:r>
            <a:endParaRPr lang="en-US" sz="200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    Transportation</a:t>
            </a:r>
            <a:endParaRPr lang="en-US" sz="2000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sz="2000">
                <a:sym typeface="+mn-ea"/>
              </a:rPr>
              <a:t>Selling price              : 7000</a:t>
            </a:r>
            <a:endParaRPr lang="en-US" sz="2000"/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sz="2000">
                <a:sym typeface="+mn-ea"/>
              </a:rPr>
              <a:t>Profit amount           : 2000</a:t>
            </a:r>
            <a:endParaRPr lang="en-US" sz="2000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sz="2000">
                <a:sym typeface="+mn-ea"/>
              </a:rPr>
              <a:t>Profit margin             : 28.5%</a:t>
            </a:r>
            <a:endParaRPr lang="en-US" sz="2000"/>
          </a:p>
          <a:p>
            <a:pPr>
              <a:lnSpc>
                <a:spcPct val="100000"/>
              </a:lnSpc>
            </a:pPr>
            <a:endParaRPr lang="en-US" sz="2000"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body" idx="1"/>
          </p:nvPr>
        </p:nvSpPr>
        <p:spPr>
          <a:xfrm>
            <a:off x="1714300" y="1186825"/>
            <a:ext cx="5715300" cy="276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en-GB"/>
              <a:t>The discovery of the Agriculture was the first big step towards</a:t>
            </a:r>
            <a:endParaRPr lang="en-US" altLang="en-GB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en-GB"/>
              <a:t>Civilised life. </a:t>
            </a:r>
            <a:endParaRPr lang="en-US" altLang="en-GB"/>
          </a:p>
        </p:txBody>
      </p:sp>
      <p:sp>
        <p:nvSpPr>
          <p:cNvPr id="220" name="Google Shape;220;p19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 txBox="1"/>
          <p:nvPr>
            <p:ph type="ctrTitle" idx="4294967295"/>
          </p:nvPr>
        </p:nvSpPr>
        <p:spPr>
          <a:xfrm>
            <a:off x="855300" y="1148463"/>
            <a:ext cx="3158100" cy="93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Thanks!</a:t>
            </a:r>
            <a:endParaRPr sz="7200"/>
          </a:p>
        </p:txBody>
      </p:sp>
      <p:sp>
        <p:nvSpPr>
          <p:cNvPr id="428" name="Google Shape;428;p37"/>
          <p:cNvSpPr txBox="1"/>
          <p:nvPr>
            <p:ph type="body" idx="4294967295"/>
          </p:nvPr>
        </p:nvSpPr>
        <p:spPr>
          <a:xfrm>
            <a:off x="971505" y="2499678"/>
            <a:ext cx="3158100" cy="17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accent1"/>
                </a:highlight>
                <a:hlinkClick r:id="rId1" tooltip="" action="ppaction://hlinksldjump"/>
              </a:rPr>
              <a:t>Any questions?</a:t>
            </a:r>
            <a:endParaRPr lang="en-GB" b="1">
              <a:highlight>
                <a:schemeClr val="accent1"/>
              </a:highlight>
              <a:hlinkClick r:id="rId1" tooltip="" action="ppaction://hlinksldjump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hlinkClick r:id="rId1" tooltip="" action="ppaction://hlinksldjump"/>
              </a:rPr>
              <a:t>https://github.com/sujithselvaraj/LoRawan-Agriculture/tree/main</a:t>
            </a:r>
            <a:endParaRPr lang="en-GB">
              <a:hlinkClick r:id="rId1" tooltip="" action="ppaction://hlinksldjump"/>
            </a:endParaRPr>
          </a:p>
        </p:txBody>
      </p:sp>
      <p:sp>
        <p:nvSpPr>
          <p:cNvPr id="429" name="Google Shape;429;p37"/>
          <p:cNvSpPr txBox="1"/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30" name="Google Shape;430;p37"/>
          <p:cNvSpPr/>
          <p:nvPr/>
        </p:nvSpPr>
        <p:spPr>
          <a:xfrm>
            <a:off x="5698675" y="1712225"/>
            <a:ext cx="1861301" cy="1719020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" grpId="0"/>
      <p:bldP spid="428" grpId="0" build="p"/>
    </p:bldLst>
  </p:timing>
</p:sld>
</file>

<file path=ppt/theme/theme1.xml><?xml version="1.0" encoding="utf-8"?>
<a:theme xmlns:a="http://schemas.openxmlformats.org/drawingml/2006/main" name="Curio template">
  <a:themeElements>
    <a:clrScheme name="Custom 347">
      <a:dk1>
        <a:srgbClr val="2B3547"/>
      </a:dk1>
      <a:lt1>
        <a:srgbClr val="FFFFFF"/>
      </a:lt1>
      <a:dk2>
        <a:srgbClr val="7F8B91"/>
      </a:dk2>
      <a:lt2>
        <a:srgbClr val="EDF0EB"/>
      </a:lt2>
      <a:accent1>
        <a:srgbClr val="AEE25A"/>
      </a:accent1>
      <a:accent2>
        <a:srgbClr val="51C026"/>
      </a:accent2>
      <a:accent3>
        <a:srgbClr val="5DDBA7"/>
      </a:accent3>
      <a:accent4>
        <a:srgbClr val="29AFA2"/>
      </a:accent4>
      <a:accent5>
        <a:srgbClr val="809DC2"/>
      </a:accent5>
      <a:accent6>
        <a:srgbClr val="596885"/>
      </a:accent6>
      <a:hlink>
        <a:srgbClr val="52AC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1589</Words>
  <Application>WPS Presentation</Application>
  <PresentationFormat/>
  <Paragraphs>110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Amatic SC</vt:lpstr>
      <vt:lpstr>Nunito</vt:lpstr>
      <vt:lpstr>Calibri</vt:lpstr>
      <vt:lpstr>Nunito SemiBold</vt:lpstr>
      <vt:lpstr>Wingdings</vt:lpstr>
      <vt:lpstr>Microsoft YaHei</vt:lpstr>
      <vt:lpstr>Arial Unicode MS</vt:lpstr>
      <vt:lpstr>Curio template</vt:lpstr>
      <vt:lpstr>LoRaWan Agriculture -sujith</vt:lpstr>
      <vt:lpstr>PowerPoint 演示文稿</vt:lpstr>
      <vt:lpstr>why and what?</vt:lpstr>
      <vt:lpstr>Problem statement:</vt:lpstr>
      <vt:lpstr>solution..?</vt:lpstr>
      <vt:lpstr>Proposed solution:</vt:lpstr>
      <vt:lpstr>Components:</vt:lpstr>
      <vt:lpstr>working:</vt:lpstr>
      <vt:lpstr>implementation:</vt:lpstr>
      <vt:lpstr>revenue stream: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LoRaWan Agriculture -sujith</dc:title>
  <dc:creator/>
  <cp:lastModifiedBy>A1</cp:lastModifiedBy>
  <cp:revision>5</cp:revision>
  <dcterms:created xsi:type="dcterms:W3CDTF">2021-11-01T05:46:00Z</dcterms:created>
  <dcterms:modified xsi:type="dcterms:W3CDTF">2021-11-01T12:51:34Z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17A03072FD424AC89CF0B785E62C8AE2</vt:lpwstr>
  </property>
  <property fmtid="{D5CDD505-2E9C-101B-9397-08002B2CF9AE}" pid="3" name="KSOProductBuildVer">
    <vt:lpwstr>1033-11.2.0.10351</vt:lpwstr>
  </property>
</Properties>
</file>